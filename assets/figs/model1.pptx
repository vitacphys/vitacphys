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16132175" cy="6923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4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6522" y="1133015"/>
            <a:ext cx="12099131" cy="2410260"/>
          </a:xfrm>
        </p:spPr>
        <p:txBody>
          <a:bodyPr anchor="b"/>
          <a:lstStyle>
            <a:lvl1pPr algn="ctr">
              <a:defRPr sz="605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6522" y="3636224"/>
            <a:ext cx="12099131" cy="1671477"/>
          </a:xfrm>
        </p:spPr>
        <p:txBody>
          <a:bodyPr/>
          <a:lstStyle>
            <a:lvl1pPr marL="0" indent="0" algn="ctr">
              <a:buNone/>
              <a:defRPr sz="2423"/>
            </a:lvl1pPr>
            <a:lvl2pPr marL="461543" indent="0" algn="ctr">
              <a:buNone/>
              <a:defRPr sz="2019"/>
            </a:lvl2pPr>
            <a:lvl3pPr marL="923087" indent="0" algn="ctr">
              <a:buNone/>
              <a:defRPr sz="1817"/>
            </a:lvl3pPr>
            <a:lvl4pPr marL="1384630" indent="0" algn="ctr">
              <a:buNone/>
              <a:defRPr sz="1615"/>
            </a:lvl4pPr>
            <a:lvl5pPr marL="1846174" indent="0" algn="ctr">
              <a:buNone/>
              <a:defRPr sz="1615"/>
            </a:lvl5pPr>
            <a:lvl6pPr marL="2307717" indent="0" algn="ctr">
              <a:buNone/>
              <a:defRPr sz="1615"/>
            </a:lvl6pPr>
            <a:lvl7pPr marL="2769260" indent="0" algn="ctr">
              <a:buNone/>
              <a:defRPr sz="1615"/>
            </a:lvl7pPr>
            <a:lvl8pPr marL="3230804" indent="0" algn="ctr">
              <a:buNone/>
              <a:defRPr sz="1615"/>
            </a:lvl8pPr>
            <a:lvl9pPr marL="3692347" indent="0" algn="ctr">
              <a:buNone/>
              <a:defRPr sz="161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2ED2-216C-4B09-8A94-2FE19923073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904F-A7DF-45DF-A75C-1A5CA0DF6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85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2ED2-216C-4B09-8A94-2FE19923073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904F-A7DF-45DF-A75C-1A5CA0DF6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510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685" y="1725965"/>
            <a:ext cx="13914001" cy="2879812"/>
          </a:xfrm>
        </p:spPr>
        <p:txBody>
          <a:bodyPr anchor="b"/>
          <a:lstStyle>
            <a:lvl1pPr>
              <a:defRPr sz="605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0685" y="4633021"/>
            <a:ext cx="13914001" cy="1514425"/>
          </a:xfrm>
        </p:spPr>
        <p:txBody>
          <a:bodyPr/>
          <a:lstStyle>
            <a:lvl1pPr marL="0" indent="0">
              <a:buNone/>
              <a:defRPr sz="2423">
                <a:solidFill>
                  <a:schemeClr val="tx1">
                    <a:tint val="82000"/>
                  </a:schemeClr>
                </a:solidFill>
              </a:defRPr>
            </a:lvl1pPr>
            <a:lvl2pPr marL="461543" indent="0">
              <a:buNone/>
              <a:defRPr sz="2019">
                <a:solidFill>
                  <a:schemeClr val="tx1">
                    <a:tint val="82000"/>
                  </a:schemeClr>
                </a:solidFill>
              </a:defRPr>
            </a:lvl2pPr>
            <a:lvl3pPr marL="923087" indent="0">
              <a:buNone/>
              <a:defRPr sz="1817">
                <a:solidFill>
                  <a:schemeClr val="tx1">
                    <a:tint val="82000"/>
                  </a:schemeClr>
                </a:solidFill>
              </a:defRPr>
            </a:lvl3pPr>
            <a:lvl4pPr marL="1384630" indent="0">
              <a:buNone/>
              <a:defRPr sz="1615">
                <a:solidFill>
                  <a:schemeClr val="tx1">
                    <a:tint val="82000"/>
                  </a:schemeClr>
                </a:solidFill>
              </a:defRPr>
            </a:lvl4pPr>
            <a:lvl5pPr marL="1846174" indent="0">
              <a:buNone/>
              <a:defRPr sz="1615">
                <a:solidFill>
                  <a:schemeClr val="tx1">
                    <a:tint val="82000"/>
                  </a:schemeClr>
                </a:solidFill>
              </a:defRPr>
            </a:lvl5pPr>
            <a:lvl6pPr marL="2307717" indent="0">
              <a:buNone/>
              <a:defRPr sz="1615">
                <a:solidFill>
                  <a:schemeClr val="tx1">
                    <a:tint val="82000"/>
                  </a:schemeClr>
                </a:solidFill>
              </a:defRPr>
            </a:lvl6pPr>
            <a:lvl7pPr marL="2769260" indent="0">
              <a:buNone/>
              <a:defRPr sz="1615">
                <a:solidFill>
                  <a:schemeClr val="tx1">
                    <a:tint val="82000"/>
                  </a:schemeClr>
                </a:solidFill>
              </a:defRPr>
            </a:lvl7pPr>
            <a:lvl8pPr marL="3230804" indent="0">
              <a:buNone/>
              <a:defRPr sz="1615">
                <a:solidFill>
                  <a:schemeClr val="tx1">
                    <a:tint val="82000"/>
                  </a:schemeClr>
                </a:solidFill>
              </a:defRPr>
            </a:lvl8pPr>
            <a:lvl9pPr marL="3692347" indent="0">
              <a:buNone/>
              <a:defRPr sz="161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2ED2-216C-4B09-8A94-2FE19923073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904F-A7DF-45DF-A75C-1A5CA0DF6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65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9087" y="1842952"/>
            <a:ext cx="6856174" cy="43926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66914" y="1842952"/>
            <a:ext cx="6856174" cy="43926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2ED2-216C-4B09-8A94-2FE19923073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904F-A7DF-45DF-A75C-1A5CA0DF6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26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1188" y="368591"/>
            <a:ext cx="13914001" cy="13381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1189" y="1697118"/>
            <a:ext cx="6824666" cy="831732"/>
          </a:xfrm>
        </p:spPr>
        <p:txBody>
          <a:bodyPr anchor="b"/>
          <a:lstStyle>
            <a:lvl1pPr marL="0" indent="0">
              <a:buNone/>
              <a:defRPr sz="2423" b="1"/>
            </a:lvl1pPr>
            <a:lvl2pPr marL="461543" indent="0">
              <a:buNone/>
              <a:defRPr sz="2019" b="1"/>
            </a:lvl2pPr>
            <a:lvl3pPr marL="923087" indent="0">
              <a:buNone/>
              <a:defRPr sz="1817" b="1"/>
            </a:lvl3pPr>
            <a:lvl4pPr marL="1384630" indent="0">
              <a:buNone/>
              <a:defRPr sz="1615" b="1"/>
            </a:lvl4pPr>
            <a:lvl5pPr marL="1846174" indent="0">
              <a:buNone/>
              <a:defRPr sz="1615" b="1"/>
            </a:lvl5pPr>
            <a:lvl6pPr marL="2307717" indent="0">
              <a:buNone/>
              <a:defRPr sz="1615" b="1"/>
            </a:lvl6pPr>
            <a:lvl7pPr marL="2769260" indent="0">
              <a:buNone/>
              <a:defRPr sz="1615" b="1"/>
            </a:lvl7pPr>
            <a:lvl8pPr marL="3230804" indent="0">
              <a:buNone/>
              <a:defRPr sz="1615" b="1"/>
            </a:lvl8pPr>
            <a:lvl9pPr marL="3692347" indent="0">
              <a:buNone/>
              <a:defRPr sz="161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1189" y="2528850"/>
            <a:ext cx="6824666" cy="3719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166913" y="1697118"/>
            <a:ext cx="6858276" cy="831732"/>
          </a:xfrm>
        </p:spPr>
        <p:txBody>
          <a:bodyPr anchor="b"/>
          <a:lstStyle>
            <a:lvl1pPr marL="0" indent="0">
              <a:buNone/>
              <a:defRPr sz="2423" b="1"/>
            </a:lvl1pPr>
            <a:lvl2pPr marL="461543" indent="0">
              <a:buNone/>
              <a:defRPr sz="2019" b="1"/>
            </a:lvl2pPr>
            <a:lvl3pPr marL="923087" indent="0">
              <a:buNone/>
              <a:defRPr sz="1817" b="1"/>
            </a:lvl3pPr>
            <a:lvl4pPr marL="1384630" indent="0">
              <a:buNone/>
              <a:defRPr sz="1615" b="1"/>
            </a:lvl4pPr>
            <a:lvl5pPr marL="1846174" indent="0">
              <a:buNone/>
              <a:defRPr sz="1615" b="1"/>
            </a:lvl5pPr>
            <a:lvl6pPr marL="2307717" indent="0">
              <a:buNone/>
              <a:defRPr sz="1615" b="1"/>
            </a:lvl6pPr>
            <a:lvl7pPr marL="2769260" indent="0">
              <a:buNone/>
              <a:defRPr sz="1615" b="1"/>
            </a:lvl7pPr>
            <a:lvl8pPr marL="3230804" indent="0">
              <a:buNone/>
              <a:defRPr sz="1615" b="1"/>
            </a:lvl8pPr>
            <a:lvl9pPr marL="3692347" indent="0">
              <a:buNone/>
              <a:defRPr sz="161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166913" y="2528850"/>
            <a:ext cx="6858276" cy="3719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2ED2-216C-4B09-8A94-2FE19923073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904F-A7DF-45DF-A75C-1A5CA0DF6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29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2ED2-216C-4B09-8A94-2FE19923073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904F-A7DF-45DF-A75C-1A5CA0DF6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486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2ED2-216C-4B09-8A94-2FE19923073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904F-A7DF-45DF-A75C-1A5CA0DF6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15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1189" y="461539"/>
            <a:ext cx="5203046" cy="1615387"/>
          </a:xfrm>
        </p:spPr>
        <p:txBody>
          <a:bodyPr anchor="b"/>
          <a:lstStyle>
            <a:lvl1pPr>
              <a:defRPr sz="32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275" y="996797"/>
            <a:ext cx="8166914" cy="4919880"/>
          </a:xfrm>
        </p:spPr>
        <p:txBody>
          <a:bodyPr/>
          <a:lstStyle>
            <a:lvl1pPr>
              <a:defRPr sz="3230"/>
            </a:lvl1pPr>
            <a:lvl2pPr>
              <a:defRPr sz="2827"/>
            </a:lvl2pPr>
            <a:lvl3pPr>
              <a:defRPr sz="2423"/>
            </a:lvl3pPr>
            <a:lvl4pPr>
              <a:defRPr sz="2019"/>
            </a:lvl4pPr>
            <a:lvl5pPr>
              <a:defRPr sz="2019"/>
            </a:lvl5pPr>
            <a:lvl6pPr>
              <a:defRPr sz="2019"/>
            </a:lvl6pPr>
            <a:lvl7pPr>
              <a:defRPr sz="2019"/>
            </a:lvl7pPr>
            <a:lvl8pPr>
              <a:defRPr sz="2019"/>
            </a:lvl8pPr>
            <a:lvl9pPr>
              <a:defRPr sz="201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1189" y="2076926"/>
            <a:ext cx="5203046" cy="3847763"/>
          </a:xfrm>
        </p:spPr>
        <p:txBody>
          <a:bodyPr/>
          <a:lstStyle>
            <a:lvl1pPr marL="0" indent="0">
              <a:buNone/>
              <a:defRPr sz="1615"/>
            </a:lvl1pPr>
            <a:lvl2pPr marL="461543" indent="0">
              <a:buNone/>
              <a:defRPr sz="1413"/>
            </a:lvl2pPr>
            <a:lvl3pPr marL="923087" indent="0">
              <a:buNone/>
              <a:defRPr sz="1211"/>
            </a:lvl3pPr>
            <a:lvl4pPr marL="1384630" indent="0">
              <a:buNone/>
              <a:defRPr sz="1010"/>
            </a:lvl4pPr>
            <a:lvl5pPr marL="1846174" indent="0">
              <a:buNone/>
              <a:defRPr sz="1010"/>
            </a:lvl5pPr>
            <a:lvl6pPr marL="2307717" indent="0">
              <a:buNone/>
              <a:defRPr sz="1010"/>
            </a:lvl6pPr>
            <a:lvl7pPr marL="2769260" indent="0">
              <a:buNone/>
              <a:defRPr sz="1010"/>
            </a:lvl7pPr>
            <a:lvl8pPr marL="3230804" indent="0">
              <a:buNone/>
              <a:defRPr sz="1010"/>
            </a:lvl8pPr>
            <a:lvl9pPr marL="3692347" indent="0">
              <a:buNone/>
              <a:defRPr sz="10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2ED2-216C-4B09-8A94-2FE19923073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904F-A7DF-45DF-A75C-1A5CA0DF6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204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1189" y="461539"/>
            <a:ext cx="5203046" cy="1615387"/>
          </a:xfrm>
        </p:spPr>
        <p:txBody>
          <a:bodyPr anchor="b"/>
          <a:lstStyle>
            <a:lvl1pPr>
              <a:defRPr sz="32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275" y="996797"/>
            <a:ext cx="8166914" cy="4919880"/>
          </a:xfrm>
        </p:spPr>
        <p:txBody>
          <a:bodyPr anchor="t"/>
          <a:lstStyle>
            <a:lvl1pPr marL="0" indent="0">
              <a:buNone/>
              <a:defRPr sz="3230"/>
            </a:lvl1pPr>
            <a:lvl2pPr marL="461543" indent="0">
              <a:buNone/>
              <a:defRPr sz="2827"/>
            </a:lvl2pPr>
            <a:lvl3pPr marL="923087" indent="0">
              <a:buNone/>
              <a:defRPr sz="2423"/>
            </a:lvl3pPr>
            <a:lvl4pPr marL="1384630" indent="0">
              <a:buNone/>
              <a:defRPr sz="2019"/>
            </a:lvl4pPr>
            <a:lvl5pPr marL="1846174" indent="0">
              <a:buNone/>
              <a:defRPr sz="2019"/>
            </a:lvl5pPr>
            <a:lvl6pPr marL="2307717" indent="0">
              <a:buNone/>
              <a:defRPr sz="2019"/>
            </a:lvl6pPr>
            <a:lvl7pPr marL="2769260" indent="0">
              <a:buNone/>
              <a:defRPr sz="2019"/>
            </a:lvl7pPr>
            <a:lvl8pPr marL="3230804" indent="0">
              <a:buNone/>
              <a:defRPr sz="2019"/>
            </a:lvl8pPr>
            <a:lvl9pPr marL="3692347" indent="0">
              <a:buNone/>
              <a:defRPr sz="201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1189" y="2076926"/>
            <a:ext cx="5203046" cy="3847763"/>
          </a:xfrm>
        </p:spPr>
        <p:txBody>
          <a:bodyPr/>
          <a:lstStyle>
            <a:lvl1pPr marL="0" indent="0">
              <a:buNone/>
              <a:defRPr sz="1615"/>
            </a:lvl1pPr>
            <a:lvl2pPr marL="461543" indent="0">
              <a:buNone/>
              <a:defRPr sz="1413"/>
            </a:lvl2pPr>
            <a:lvl3pPr marL="923087" indent="0">
              <a:buNone/>
              <a:defRPr sz="1211"/>
            </a:lvl3pPr>
            <a:lvl4pPr marL="1384630" indent="0">
              <a:buNone/>
              <a:defRPr sz="1010"/>
            </a:lvl4pPr>
            <a:lvl5pPr marL="1846174" indent="0">
              <a:buNone/>
              <a:defRPr sz="1010"/>
            </a:lvl5pPr>
            <a:lvl6pPr marL="2307717" indent="0">
              <a:buNone/>
              <a:defRPr sz="1010"/>
            </a:lvl6pPr>
            <a:lvl7pPr marL="2769260" indent="0">
              <a:buNone/>
              <a:defRPr sz="1010"/>
            </a:lvl7pPr>
            <a:lvl8pPr marL="3230804" indent="0">
              <a:buNone/>
              <a:defRPr sz="1010"/>
            </a:lvl8pPr>
            <a:lvl9pPr marL="3692347" indent="0">
              <a:buNone/>
              <a:defRPr sz="10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2ED2-216C-4B09-8A94-2FE19923073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904F-A7DF-45DF-A75C-1A5CA0DF6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78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2ED2-216C-4B09-8A94-2FE19923073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904F-A7DF-45DF-A75C-1A5CA0DF6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921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44588" y="368590"/>
            <a:ext cx="3478500" cy="586699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9087" y="368590"/>
            <a:ext cx="10233849" cy="586699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2ED2-216C-4B09-8A94-2FE19923073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904F-A7DF-45DF-A75C-1A5CA0DF6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46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9087" y="368591"/>
            <a:ext cx="13914001" cy="1338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087" y="1842952"/>
            <a:ext cx="13914001" cy="439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9087" y="6416678"/>
            <a:ext cx="3629739" cy="36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B2ED2-216C-4B09-8A94-2FE19923073D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783" y="6416678"/>
            <a:ext cx="5444609" cy="36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3349" y="6416678"/>
            <a:ext cx="3629739" cy="36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9904F-A7DF-45DF-A75C-1A5CA0DF6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33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23087" rtl="0" eaLnBrk="1" latinLnBrk="0" hangingPunct="1">
        <a:lnSpc>
          <a:spcPct val="90000"/>
        </a:lnSpc>
        <a:spcBef>
          <a:spcPct val="0"/>
        </a:spcBef>
        <a:buNone/>
        <a:defRPr sz="444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0772" indent="-230772" algn="l" defTabSz="923087" rtl="0" eaLnBrk="1" latinLnBrk="0" hangingPunct="1">
        <a:lnSpc>
          <a:spcPct val="90000"/>
        </a:lnSpc>
        <a:spcBef>
          <a:spcPts val="1010"/>
        </a:spcBef>
        <a:buFont typeface="Arial" panose="020B0604020202020204" pitchFamily="34" charset="0"/>
        <a:buChar char="•"/>
        <a:defRPr sz="2827" kern="1200">
          <a:solidFill>
            <a:schemeClr val="tx1"/>
          </a:solidFill>
          <a:latin typeface="+mn-lt"/>
          <a:ea typeface="+mn-ea"/>
          <a:cs typeface="+mn-cs"/>
        </a:defRPr>
      </a:lvl1pPr>
      <a:lvl2pPr marL="692315" indent="-230772" algn="l" defTabSz="923087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2423" kern="1200">
          <a:solidFill>
            <a:schemeClr val="tx1"/>
          </a:solidFill>
          <a:latin typeface="+mn-lt"/>
          <a:ea typeface="+mn-ea"/>
          <a:cs typeface="+mn-cs"/>
        </a:defRPr>
      </a:lvl2pPr>
      <a:lvl3pPr marL="1153859" indent="-230772" algn="l" defTabSz="923087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2019" kern="1200">
          <a:solidFill>
            <a:schemeClr val="tx1"/>
          </a:solidFill>
          <a:latin typeface="+mn-lt"/>
          <a:ea typeface="+mn-ea"/>
          <a:cs typeface="+mn-cs"/>
        </a:defRPr>
      </a:lvl3pPr>
      <a:lvl4pPr marL="1615402" indent="-230772" algn="l" defTabSz="923087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4pPr>
      <a:lvl5pPr marL="2076945" indent="-230772" algn="l" defTabSz="923087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5pPr>
      <a:lvl6pPr marL="2538489" indent="-230772" algn="l" defTabSz="923087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6pPr>
      <a:lvl7pPr marL="3000032" indent="-230772" algn="l" defTabSz="923087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7pPr>
      <a:lvl8pPr marL="3461576" indent="-230772" algn="l" defTabSz="923087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8pPr>
      <a:lvl9pPr marL="3923119" indent="-230772" algn="l" defTabSz="923087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23087" rtl="0" eaLnBrk="1" latinLnBrk="0" hangingPunct="1">
        <a:defRPr sz="1817" kern="1200">
          <a:solidFill>
            <a:schemeClr val="tx1"/>
          </a:solidFill>
          <a:latin typeface="+mn-lt"/>
          <a:ea typeface="+mn-ea"/>
          <a:cs typeface="+mn-cs"/>
        </a:defRPr>
      </a:lvl1pPr>
      <a:lvl2pPr marL="461543" algn="l" defTabSz="923087" rtl="0" eaLnBrk="1" latinLnBrk="0" hangingPunct="1">
        <a:defRPr sz="1817" kern="1200">
          <a:solidFill>
            <a:schemeClr val="tx1"/>
          </a:solidFill>
          <a:latin typeface="+mn-lt"/>
          <a:ea typeface="+mn-ea"/>
          <a:cs typeface="+mn-cs"/>
        </a:defRPr>
      </a:lvl2pPr>
      <a:lvl3pPr marL="923087" algn="l" defTabSz="923087" rtl="0" eaLnBrk="1" latinLnBrk="0" hangingPunct="1">
        <a:defRPr sz="1817" kern="1200">
          <a:solidFill>
            <a:schemeClr val="tx1"/>
          </a:solidFill>
          <a:latin typeface="+mn-lt"/>
          <a:ea typeface="+mn-ea"/>
          <a:cs typeface="+mn-cs"/>
        </a:defRPr>
      </a:lvl3pPr>
      <a:lvl4pPr marL="1384630" algn="l" defTabSz="923087" rtl="0" eaLnBrk="1" latinLnBrk="0" hangingPunct="1">
        <a:defRPr sz="1817" kern="1200">
          <a:solidFill>
            <a:schemeClr val="tx1"/>
          </a:solidFill>
          <a:latin typeface="+mn-lt"/>
          <a:ea typeface="+mn-ea"/>
          <a:cs typeface="+mn-cs"/>
        </a:defRPr>
      </a:lvl4pPr>
      <a:lvl5pPr marL="1846174" algn="l" defTabSz="923087" rtl="0" eaLnBrk="1" latinLnBrk="0" hangingPunct="1">
        <a:defRPr sz="1817" kern="1200">
          <a:solidFill>
            <a:schemeClr val="tx1"/>
          </a:solidFill>
          <a:latin typeface="+mn-lt"/>
          <a:ea typeface="+mn-ea"/>
          <a:cs typeface="+mn-cs"/>
        </a:defRPr>
      </a:lvl5pPr>
      <a:lvl6pPr marL="2307717" algn="l" defTabSz="923087" rtl="0" eaLnBrk="1" latinLnBrk="0" hangingPunct="1">
        <a:defRPr sz="1817" kern="1200">
          <a:solidFill>
            <a:schemeClr val="tx1"/>
          </a:solidFill>
          <a:latin typeface="+mn-lt"/>
          <a:ea typeface="+mn-ea"/>
          <a:cs typeface="+mn-cs"/>
        </a:defRPr>
      </a:lvl6pPr>
      <a:lvl7pPr marL="2769260" algn="l" defTabSz="923087" rtl="0" eaLnBrk="1" latinLnBrk="0" hangingPunct="1">
        <a:defRPr sz="1817" kern="1200">
          <a:solidFill>
            <a:schemeClr val="tx1"/>
          </a:solidFill>
          <a:latin typeface="+mn-lt"/>
          <a:ea typeface="+mn-ea"/>
          <a:cs typeface="+mn-cs"/>
        </a:defRPr>
      </a:lvl7pPr>
      <a:lvl8pPr marL="3230804" algn="l" defTabSz="923087" rtl="0" eaLnBrk="1" latinLnBrk="0" hangingPunct="1">
        <a:defRPr sz="1817" kern="1200">
          <a:solidFill>
            <a:schemeClr val="tx1"/>
          </a:solidFill>
          <a:latin typeface="+mn-lt"/>
          <a:ea typeface="+mn-ea"/>
          <a:cs typeface="+mn-cs"/>
        </a:defRPr>
      </a:lvl8pPr>
      <a:lvl9pPr marL="3692347" algn="l" defTabSz="923087" rtl="0" eaLnBrk="1" latinLnBrk="0" hangingPunct="1">
        <a:defRPr sz="18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jp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14.png"/><Relationship Id="rId34" Type="http://schemas.openxmlformats.org/officeDocument/2006/relationships/image" Target="../media/image33.png"/><Relationship Id="rId42" Type="http://schemas.openxmlformats.org/officeDocument/2006/relationships/image" Target="../media/image37.jpg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3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22.jpg"/><Relationship Id="rId40" Type="http://schemas.openxmlformats.org/officeDocument/2006/relationships/image" Target="../media/image35.jpg"/><Relationship Id="rId5" Type="http://schemas.openxmlformats.org/officeDocument/2006/relationships/image" Target="../media/image3.jpg"/><Relationship Id="rId15" Type="http://schemas.openxmlformats.org/officeDocument/2006/relationships/image" Target="../media/image13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21.jpg"/><Relationship Id="rId10" Type="http://schemas.openxmlformats.org/officeDocument/2006/relationships/image" Target="../media/image8.jp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15.sv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20.png"/><Relationship Id="rId43" Type="http://schemas.openxmlformats.org/officeDocument/2006/relationships/image" Target="../media/image39.png"/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12" Type="http://schemas.openxmlformats.org/officeDocument/2006/relationships/image" Target="../media/image10.jp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E9F7674-344B-FE96-A014-8AA3E4609A4B}"/>
              </a:ext>
            </a:extLst>
          </p:cNvPr>
          <p:cNvGrpSpPr/>
          <p:nvPr/>
        </p:nvGrpSpPr>
        <p:grpSpPr>
          <a:xfrm>
            <a:off x="23965" y="72571"/>
            <a:ext cx="16084244" cy="6839737"/>
            <a:chOff x="-6817148" y="100877"/>
            <a:chExt cx="16084244" cy="68397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C07FFD4A-E932-550D-61F5-8BDC63641D27}"/>
                    </a:ext>
                  </a:extLst>
                </p:cNvPr>
                <p:cNvSpPr txBox="1"/>
                <p:nvPr/>
              </p:nvSpPr>
              <p:spPr>
                <a:xfrm>
                  <a:off x="-3892880" y="4142758"/>
                  <a:ext cx="15240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>
                      <a:solidFill>
                        <a:srgbClr val="00B0F0"/>
                      </a:solidFill>
                      <a:cs typeface="Times New Roman" panose="02020603050405020304" pitchFamily="18" charset="0"/>
                    </a:rPr>
                    <a:t>Motion Stream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1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1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altLang="zh-CN" sz="11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p>
                      </m:sSup>
                    </m:oMath>
                  </a14:m>
                  <a:endParaRPr lang="zh-CN" altLang="en-US" sz="1100" b="1" i="1" dirty="0">
                    <a:solidFill>
                      <a:srgbClr val="00B0F0"/>
                    </a:solidFill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C07FFD4A-E932-550D-61F5-8BDC63641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892880" y="4142758"/>
                  <a:ext cx="15240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C533279-D763-E182-3DB6-636B3907AE07}"/>
                </a:ext>
              </a:extLst>
            </p:cNvPr>
            <p:cNvSpPr/>
            <p:nvPr/>
          </p:nvSpPr>
          <p:spPr>
            <a:xfrm>
              <a:off x="387982" y="1924721"/>
              <a:ext cx="2369072" cy="44464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E2D6620-7C9A-28E5-8D0D-65EE9D1D9CDC}"/>
                </a:ext>
              </a:extLst>
            </p:cNvPr>
            <p:cNvSpPr/>
            <p:nvPr/>
          </p:nvSpPr>
          <p:spPr>
            <a:xfrm>
              <a:off x="981745" y="2208001"/>
              <a:ext cx="1609055" cy="122099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AB5AFD2-C7A0-4D6F-6517-534E67FB3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5738828" y="4289526"/>
              <a:ext cx="398538" cy="179342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BE8E370-6BDF-8932-79F5-C1B65E534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5525302" y="4179069"/>
              <a:ext cx="398538" cy="1793423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3FEFB6B-8167-D2C9-977B-DE9AA69FC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5976" y="1819508"/>
              <a:ext cx="1524000" cy="85725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B01F156-2319-E58D-2A5C-CA38AAA60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065896" y="1681112"/>
              <a:ext cx="1524001" cy="85725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0406AF3-3B2B-0866-C3C8-68ED3A6D8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733870" y="1539501"/>
              <a:ext cx="1524002" cy="857251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D4A4489-0579-01FF-AE93-920476A17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414547" y="1390352"/>
              <a:ext cx="1524001" cy="857251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F61FB148-13CD-8164-D16E-5B1172E34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5254354" y="4013128"/>
              <a:ext cx="402167" cy="1809751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0D445108-B8FD-4E37-19C9-E9E40BAB9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78701" y="3893711"/>
              <a:ext cx="402167" cy="1809750"/>
            </a:xfrm>
            <a:prstGeom prst="rect">
              <a:avLst/>
            </a:prstGeom>
          </p:spPr>
        </p:pic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4C869398-56D4-236E-8B52-32CAFDA19C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483675" y="6137795"/>
              <a:ext cx="793895" cy="3675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427763B3-79F8-FF8B-A1C3-EE03F95DE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94510" y="3365581"/>
              <a:ext cx="1524000" cy="857250"/>
            </a:xfrm>
            <a:prstGeom prst="rect">
              <a:avLst/>
            </a:prstGeom>
          </p:spPr>
        </p:pic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F7C781E3-E967-B23C-E725-02D2B8957E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92417" y="5009808"/>
              <a:ext cx="842529" cy="4180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35C6813C-E93C-FC0B-D2E5-2811C4938A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8277" y="3856424"/>
              <a:ext cx="789160" cy="3962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C1903F54-5ADC-AA48-15C4-20B64484C7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686211" y="2309921"/>
              <a:ext cx="837608" cy="4031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99EDF177-15EE-90CB-B177-4CFA8F9E5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087833" y="3273617"/>
              <a:ext cx="1524000" cy="85725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E208FEB8-3CAB-FA7E-A037-6A61CC048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786925" y="3156694"/>
              <a:ext cx="1524000" cy="857250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8E7B795D-D9A9-14EF-CF54-306C88F80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473919" y="3059701"/>
              <a:ext cx="1524000" cy="857250"/>
            </a:xfrm>
            <a:prstGeom prst="rect">
              <a:avLst/>
            </a:prstGeom>
          </p:spPr>
        </p:pic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CE6C791-4977-8BFC-53DD-24B06059A3DA}"/>
                </a:ext>
              </a:extLst>
            </p:cNvPr>
            <p:cNvSpPr/>
            <p:nvPr/>
          </p:nvSpPr>
          <p:spPr>
            <a:xfrm>
              <a:off x="-3648218" y="1461386"/>
              <a:ext cx="173010" cy="10769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2E795E8F-D2D7-34EA-FFB9-E625EE73DC29}"/>
                </a:ext>
              </a:extLst>
            </p:cNvPr>
            <p:cNvSpPr/>
            <p:nvPr/>
          </p:nvSpPr>
          <p:spPr>
            <a:xfrm>
              <a:off x="-3398287" y="1593850"/>
              <a:ext cx="165407" cy="8029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7D82E9A-33C1-484F-517E-85608A7BE90D}"/>
                </a:ext>
              </a:extLst>
            </p:cNvPr>
            <p:cNvSpPr/>
            <p:nvPr/>
          </p:nvSpPr>
          <p:spPr>
            <a:xfrm>
              <a:off x="-3145845" y="1735364"/>
              <a:ext cx="165407" cy="5122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1" name="Picture 2" descr="ChatGPT - Simple English Wikipedia, the ...">
              <a:extLst>
                <a:ext uri="{FF2B5EF4-FFF2-40B4-BE49-F238E27FC236}">
                  <a16:creationId xmlns:a16="http://schemas.microsoft.com/office/drawing/2014/main" id="{7B1E813A-6BA3-B90A-B041-500C7F7A12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494391" y="914917"/>
              <a:ext cx="463151" cy="463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91CCC6E6-28FD-DA8A-248A-8EEE88EA77EC}"/>
                    </a:ext>
                  </a:extLst>
                </p:cNvPr>
                <p:cNvSpPr txBox="1"/>
                <p:nvPr/>
              </p:nvSpPr>
              <p:spPr>
                <a:xfrm>
                  <a:off x="-6329244" y="2720424"/>
                  <a:ext cx="2378968" cy="2679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>
                      <a:cs typeface="Times New Roman" panose="02020603050405020304" pitchFamily="18" charset="0"/>
                    </a:rPr>
                    <a:t>Visual Window 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𝟏𝟓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𝟏𝟔𝟎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𝟗𝟎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</m:oMath>
                  </a14:m>
                  <a:endParaRPr lang="zh-CN" altLang="en-US" sz="1100" b="1" i="1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91CCC6E6-28FD-DA8A-248A-8EEE88EA7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329244" y="2720424"/>
                  <a:ext cx="2378968" cy="267958"/>
                </a:xfrm>
                <a:prstGeom prst="rect">
                  <a:avLst/>
                </a:prstGeom>
                <a:blipFill>
                  <a:blip r:embed="rId16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A4E92619-C2F2-3921-5767-6E6EC083BDD2}"/>
                    </a:ext>
                  </a:extLst>
                </p:cNvPr>
                <p:cNvSpPr txBox="1"/>
                <p:nvPr/>
              </p:nvSpPr>
              <p:spPr>
                <a:xfrm>
                  <a:off x="-6268387" y="4249118"/>
                  <a:ext cx="2532424" cy="2679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>
                      <a:cs typeface="Times New Roman" panose="02020603050405020304" pitchFamily="18" charset="0"/>
                    </a:rPr>
                    <a:t>Visual Flow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𝑭𝒍𝒐𝒘</m:t>
                          </m:r>
                        </m:e>
                        <m:sub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zh-CN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𝟏𝟔𝟎</m:t>
                          </m:r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𝟗𝟎</m:t>
                          </m:r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</m:oMath>
                  </a14:m>
                  <a:endParaRPr lang="zh-CN" altLang="en-US" sz="1100" b="1" i="1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A4E92619-C2F2-3921-5767-6E6EC083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268387" y="4249118"/>
                  <a:ext cx="2532424" cy="267958"/>
                </a:xfrm>
                <a:prstGeom prst="rect">
                  <a:avLst/>
                </a:prstGeom>
                <a:blipFill>
                  <a:blip r:embed="rId17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CB1411B-8AF1-B0DE-7A23-B818D5942811}"/>
                    </a:ext>
                  </a:extLst>
                </p:cNvPr>
                <p:cNvSpPr txBox="1"/>
                <p:nvPr/>
              </p:nvSpPr>
              <p:spPr>
                <a:xfrm>
                  <a:off x="-6268387" y="5424269"/>
                  <a:ext cx="2356212" cy="2679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>
                      <a:cs typeface="Times New Roman" panose="02020603050405020304" pitchFamily="18" charset="0"/>
                    </a:rPr>
                    <a:t>Tactile Window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𝟏𝟓</m:t>
                          </m:r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𝟏𝟖𝟎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𝟒𝟎</m:t>
                          </m:r>
                        </m:sup>
                      </m:sSup>
                    </m:oMath>
                  </a14:m>
                  <a:endParaRPr lang="zh-CN" altLang="en-US" sz="1100" b="1" i="1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CB1411B-8AF1-B0DE-7A23-B818D59428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268387" y="5424269"/>
                  <a:ext cx="2356212" cy="267958"/>
                </a:xfrm>
                <a:prstGeom prst="rect">
                  <a:avLst/>
                </a:prstGeom>
                <a:blipFill>
                  <a:blip r:embed="rId1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ED67BB50-B503-3743-A84A-FF10F3E48D5E}"/>
                    </a:ext>
                  </a:extLst>
                </p:cNvPr>
                <p:cNvSpPr txBox="1"/>
                <p:nvPr/>
              </p:nvSpPr>
              <p:spPr>
                <a:xfrm>
                  <a:off x="-6268387" y="6495970"/>
                  <a:ext cx="2522899" cy="2679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>
                      <a:cs typeface="Times New Roman" panose="02020603050405020304" pitchFamily="18" charset="0"/>
                    </a:rPr>
                    <a:t>Tactile Flow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𝑭𝒍𝒐𝒘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1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b>
                      </m:sSub>
                    </m:oMath>
                  </a14:m>
                  <a:r>
                    <a:rPr lang="zh-CN" altLang="en-US" sz="1100" b="1" i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𝟏𝟖𝟎</m:t>
                          </m:r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altLang="zh-CN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</m:oMath>
                  </a14:m>
                  <a:endParaRPr lang="zh-CN" altLang="en-US" sz="1100" b="1" i="1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ED67BB50-B503-3743-A84A-FF10F3E48D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268387" y="6495970"/>
                  <a:ext cx="2522899" cy="267958"/>
                </a:xfrm>
                <a:prstGeom prst="rect">
                  <a:avLst/>
                </a:prstGeom>
                <a:blipFill>
                  <a:blip r:embed="rId19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E38B260-9569-F4E1-9B58-66E034DFAC5D}"/>
                </a:ext>
              </a:extLst>
            </p:cNvPr>
            <p:cNvSpPr/>
            <p:nvPr/>
          </p:nvSpPr>
          <p:spPr>
            <a:xfrm>
              <a:off x="-3611268" y="4488833"/>
              <a:ext cx="173010" cy="10769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BAC37EB3-9036-9D93-97F5-4E69386A059A}"/>
                </a:ext>
              </a:extLst>
            </p:cNvPr>
            <p:cNvSpPr/>
            <p:nvPr/>
          </p:nvSpPr>
          <p:spPr>
            <a:xfrm>
              <a:off x="-3361337" y="4621297"/>
              <a:ext cx="165407" cy="8029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A850D27-FCBB-E5E8-891C-F26C9B94427B}"/>
                </a:ext>
              </a:extLst>
            </p:cNvPr>
            <p:cNvSpPr/>
            <p:nvPr/>
          </p:nvSpPr>
          <p:spPr>
            <a:xfrm>
              <a:off x="-3108895" y="4762811"/>
              <a:ext cx="165407" cy="5122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B248933-B697-5F41-A5C0-8C1EC2D9D59C}"/>
                </a:ext>
              </a:extLst>
            </p:cNvPr>
            <p:cNvSpPr/>
            <p:nvPr/>
          </p:nvSpPr>
          <p:spPr>
            <a:xfrm>
              <a:off x="-3611268" y="3056640"/>
              <a:ext cx="173010" cy="107697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BB479FA-2946-E29D-E169-58F0AD6A6A1B}"/>
                </a:ext>
              </a:extLst>
            </p:cNvPr>
            <p:cNvSpPr/>
            <p:nvPr/>
          </p:nvSpPr>
          <p:spPr>
            <a:xfrm>
              <a:off x="-3361337" y="3189104"/>
              <a:ext cx="165407" cy="80290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70535A71-D810-57E5-4AD4-992C4A2AC7D3}"/>
                </a:ext>
              </a:extLst>
            </p:cNvPr>
            <p:cNvSpPr/>
            <p:nvPr/>
          </p:nvSpPr>
          <p:spPr>
            <a:xfrm>
              <a:off x="-3108895" y="3330618"/>
              <a:ext cx="165407" cy="51223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E0C118DC-BEB7-F8C4-BCB4-B536FFF03305}"/>
                </a:ext>
              </a:extLst>
            </p:cNvPr>
            <p:cNvSpPr/>
            <p:nvPr/>
          </p:nvSpPr>
          <p:spPr>
            <a:xfrm>
              <a:off x="-3590323" y="5838989"/>
              <a:ext cx="173010" cy="107697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69DB6D1-0AF0-5DE3-038F-8155A1BA8B59}"/>
                </a:ext>
              </a:extLst>
            </p:cNvPr>
            <p:cNvSpPr/>
            <p:nvPr/>
          </p:nvSpPr>
          <p:spPr>
            <a:xfrm>
              <a:off x="-3340392" y="5971453"/>
              <a:ext cx="165407" cy="80290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AAF719D-78DB-1F73-1CB2-D42B051DD683}"/>
                </a:ext>
              </a:extLst>
            </p:cNvPr>
            <p:cNvSpPr/>
            <p:nvPr/>
          </p:nvSpPr>
          <p:spPr>
            <a:xfrm>
              <a:off x="-3087950" y="6112967"/>
              <a:ext cx="165407" cy="51223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4D77B0B7-5057-219B-4580-E08996251039}"/>
                    </a:ext>
                  </a:extLst>
                </p:cNvPr>
                <p:cNvSpPr txBox="1"/>
                <p:nvPr/>
              </p:nvSpPr>
              <p:spPr>
                <a:xfrm>
                  <a:off x="-3940300" y="2581136"/>
                  <a:ext cx="149688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>
                      <a:solidFill>
                        <a:srgbClr val="156082"/>
                      </a:solidFill>
                      <a:cs typeface="Times New Roman" panose="02020603050405020304" pitchFamily="18" charset="0"/>
                    </a:rPr>
                    <a:t>Content Stream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100" b="1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100" b="1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altLang="zh-CN" sz="1100" b="1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sup>
                      </m:sSup>
                    </m:oMath>
                  </a14:m>
                  <a:endParaRPr lang="zh-CN" altLang="en-US" sz="1100" b="1" i="1" dirty="0">
                    <a:solidFill>
                      <a:srgbClr val="156082"/>
                    </a:solidFill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4D77B0B7-5057-219B-4580-E089962510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940300" y="2581136"/>
                  <a:ext cx="1496881" cy="261610"/>
                </a:xfrm>
                <a:prstGeom prst="rect">
                  <a:avLst/>
                </a:prstGeom>
                <a:blipFill>
                  <a:blip r:embed="rId20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连接符: 肘形 45">
              <a:extLst>
                <a:ext uri="{FF2B5EF4-FFF2-40B4-BE49-F238E27FC236}">
                  <a16:creationId xmlns:a16="http://schemas.microsoft.com/office/drawing/2014/main" id="{B6FDF1FB-4631-ABD6-5CC9-595B09493ACE}"/>
                </a:ext>
              </a:extLst>
            </p:cNvPr>
            <p:cNvCxnSpPr>
              <a:stCxn id="10" idx="1"/>
              <a:endCxn id="19" idx="1"/>
            </p:cNvCxnSpPr>
            <p:nvPr/>
          </p:nvCxnSpPr>
          <p:spPr>
            <a:xfrm rot="10800000" flipV="1">
              <a:off x="-6394510" y="2248132"/>
              <a:ext cx="38534" cy="1546073"/>
            </a:xfrm>
            <a:prstGeom prst="bentConnector3">
              <a:avLst>
                <a:gd name="adj1" fmla="val 862742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连接符: 肘形 46">
              <a:extLst>
                <a:ext uri="{FF2B5EF4-FFF2-40B4-BE49-F238E27FC236}">
                  <a16:creationId xmlns:a16="http://schemas.microsoft.com/office/drawing/2014/main" id="{6DDA0453-6718-C45B-01F3-7E8FD3B80DD4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rot="10800000" flipH="1" flipV="1">
              <a:off x="-6436270" y="5186236"/>
              <a:ext cx="34093" cy="1089487"/>
            </a:xfrm>
            <a:prstGeom prst="bentConnector3">
              <a:avLst>
                <a:gd name="adj1" fmla="val -604447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5601F58C-58C4-81F6-FB80-E0DA55EEC8FE}"/>
                </a:ext>
              </a:extLst>
            </p:cNvPr>
            <p:cNvGrpSpPr/>
            <p:nvPr/>
          </p:nvGrpSpPr>
          <p:grpSpPr>
            <a:xfrm>
              <a:off x="2458" y="2248169"/>
              <a:ext cx="259080" cy="1025448"/>
              <a:chOff x="11480741" y="3134910"/>
              <a:chExt cx="259080" cy="1025448"/>
            </a:xfrm>
          </p:grpSpPr>
          <p:sp>
            <p:nvSpPr>
              <p:cNvPr id="262" name="矩形 261">
                <a:extLst>
                  <a:ext uri="{FF2B5EF4-FFF2-40B4-BE49-F238E27FC236}">
                    <a16:creationId xmlns:a16="http://schemas.microsoft.com/office/drawing/2014/main" id="{DDB25640-7E2C-7386-6E48-4CB47DBB9F0A}"/>
                  </a:ext>
                </a:extLst>
              </p:cNvPr>
              <p:cNvSpPr/>
              <p:nvPr/>
            </p:nvSpPr>
            <p:spPr>
              <a:xfrm>
                <a:off x="11480741" y="3134910"/>
                <a:ext cx="259080" cy="259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" name="矩形 262">
                <a:extLst>
                  <a:ext uri="{FF2B5EF4-FFF2-40B4-BE49-F238E27FC236}">
                    <a16:creationId xmlns:a16="http://schemas.microsoft.com/office/drawing/2014/main" id="{FA0E3C58-0E1A-C747-0906-DD95DDD6198A}"/>
                  </a:ext>
                </a:extLst>
              </p:cNvPr>
              <p:cNvSpPr/>
              <p:nvPr/>
            </p:nvSpPr>
            <p:spPr>
              <a:xfrm>
                <a:off x="11480741" y="3393652"/>
                <a:ext cx="259080" cy="259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" name="矩形 263">
                <a:extLst>
                  <a:ext uri="{FF2B5EF4-FFF2-40B4-BE49-F238E27FC236}">
                    <a16:creationId xmlns:a16="http://schemas.microsoft.com/office/drawing/2014/main" id="{A33AE92A-62DE-4034-E687-D433124A84DA}"/>
                  </a:ext>
                </a:extLst>
              </p:cNvPr>
              <p:cNvSpPr/>
              <p:nvPr/>
            </p:nvSpPr>
            <p:spPr>
              <a:xfrm>
                <a:off x="11480741" y="3642198"/>
                <a:ext cx="259080" cy="259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" name="矩形 264">
                <a:extLst>
                  <a:ext uri="{FF2B5EF4-FFF2-40B4-BE49-F238E27FC236}">
                    <a16:creationId xmlns:a16="http://schemas.microsoft.com/office/drawing/2014/main" id="{5CD13EC1-9DC9-A672-91CE-D46A73095503}"/>
                  </a:ext>
                </a:extLst>
              </p:cNvPr>
              <p:cNvSpPr/>
              <p:nvPr/>
            </p:nvSpPr>
            <p:spPr>
              <a:xfrm>
                <a:off x="11480741" y="3901278"/>
                <a:ext cx="259080" cy="259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236B83EF-BE88-61FD-F505-7B9548BF4E9D}"/>
                </a:ext>
              </a:extLst>
            </p:cNvPr>
            <p:cNvGrpSpPr/>
            <p:nvPr/>
          </p:nvGrpSpPr>
          <p:grpSpPr>
            <a:xfrm rot="16200000">
              <a:off x="2668414" y="734761"/>
              <a:ext cx="259080" cy="1024593"/>
              <a:chOff x="10213209" y="4744546"/>
              <a:chExt cx="259080" cy="1024593"/>
            </a:xfrm>
          </p:grpSpPr>
          <p:sp>
            <p:nvSpPr>
              <p:cNvPr id="258" name="矩形 257">
                <a:extLst>
                  <a:ext uri="{FF2B5EF4-FFF2-40B4-BE49-F238E27FC236}">
                    <a16:creationId xmlns:a16="http://schemas.microsoft.com/office/drawing/2014/main" id="{4294AF20-4963-BBA3-F432-1582B59C29BC}"/>
                  </a:ext>
                </a:extLst>
              </p:cNvPr>
              <p:cNvSpPr/>
              <p:nvPr/>
            </p:nvSpPr>
            <p:spPr>
              <a:xfrm>
                <a:off x="10213209" y="4744546"/>
                <a:ext cx="259080" cy="25908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" name="矩形 258">
                <a:extLst>
                  <a:ext uri="{FF2B5EF4-FFF2-40B4-BE49-F238E27FC236}">
                    <a16:creationId xmlns:a16="http://schemas.microsoft.com/office/drawing/2014/main" id="{36A4B665-2BCE-2968-FA54-56BD1A156DF4}"/>
                  </a:ext>
                </a:extLst>
              </p:cNvPr>
              <p:cNvSpPr/>
              <p:nvPr/>
            </p:nvSpPr>
            <p:spPr>
              <a:xfrm>
                <a:off x="10213209" y="5002433"/>
                <a:ext cx="259080" cy="25908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" name="矩形 259">
                <a:extLst>
                  <a:ext uri="{FF2B5EF4-FFF2-40B4-BE49-F238E27FC236}">
                    <a16:creationId xmlns:a16="http://schemas.microsoft.com/office/drawing/2014/main" id="{5ACAA0E9-4A13-B6D4-F1AC-4D8D92F10C98}"/>
                  </a:ext>
                </a:extLst>
              </p:cNvPr>
              <p:cNvSpPr/>
              <p:nvPr/>
            </p:nvSpPr>
            <p:spPr>
              <a:xfrm>
                <a:off x="10213209" y="5250979"/>
                <a:ext cx="259080" cy="25908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" name="矩形 260">
                <a:extLst>
                  <a:ext uri="{FF2B5EF4-FFF2-40B4-BE49-F238E27FC236}">
                    <a16:creationId xmlns:a16="http://schemas.microsoft.com/office/drawing/2014/main" id="{6D73A530-C29D-A73B-DA02-9F441C4F757C}"/>
                  </a:ext>
                </a:extLst>
              </p:cNvPr>
              <p:cNvSpPr/>
              <p:nvPr/>
            </p:nvSpPr>
            <p:spPr>
              <a:xfrm>
                <a:off x="10213209" y="5510059"/>
                <a:ext cx="259080" cy="25908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9438E8B3-DB5A-3C75-E4A1-D166F67907D7}"/>
                </a:ext>
              </a:extLst>
            </p:cNvPr>
            <p:cNvCxnSpPr>
              <a:stCxn id="30" idx="3"/>
              <a:endCxn id="41" idx="3"/>
            </p:cNvCxnSpPr>
            <p:nvPr/>
          </p:nvCxnSpPr>
          <p:spPr>
            <a:xfrm>
              <a:off x="-2980438" y="1991484"/>
              <a:ext cx="36950" cy="1595254"/>
            </a:xfrm>
            <a:prstGeom prst="bentConnector3">
              <a:avLst>
                <a:gd name="adj1" fmla="val 99364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连接符: 肘形 50">
              <a:extLst>
                <a:ext uri="{FF2B5EF4-FFF2-40B4-BE49-F238E27FC236}">
                  <a16:creationId xmlns:a16="http://schemas.microsoft.com/office/drawing/2014/main" id="{2D3899B2-F205-BDD3-3EFA-B6278CE7DDB3}"/>
                </a:ext>
              </a:extLst>
            </p:cNvPr>
            <p:cNvCxnSpPr>
              <a:stCxn id="38" idx="3"/>
              <a:endCxn id="44" idx="3"/>
            </p:cNvCxnSpPr>
            <p:nvPr/>
          </p:nvCxnSpPr>
          <p:spPr>
            <a:xfrm>
              <a:off x="-2943488" y="5018931"/>
              <a:ext cx="20945" cy="1350156"/>
            </a:xfrm>
            <a:prstGeom prst="bentConnector3">
              <a:avLst>
                <a:gd name="adj1" fmla="val 164619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8CA61274-5A22-97BA-82B1-A38DBA3ABCC4}"/>
                </a:ext>
              </a:extLst>
            </p:cNvPr>
            <p:cNvSpPr/>
            <p:nvPr/>
          </p:nvSpPr>
          <p:spPr>
            <a:xfrm>
              <a:off x="411556" y="2247109"/>
              <a:ext cx="404003" cy="3803873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Cross- Attention // Pooling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73F2358-3313-2621-B2B4-50D4F90A4886}"/>
                </a:ext>
              </a:extLst>
            </p:cNvPr>
            <p:cNvSpPr txBox="1"/>
            <p:nvPr/>
          </p:nvSpPr>
          <p:spPr>
            <a:xfrm>
              <a:off x="-4882566" y="964011"/>
              <a:ext cx="26619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Before contact, using a frame and describe  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9B1B979A-370C-504C-9087-8DB19E9E4BB0}"/>
                </a:ext>
              </a:extLst>
            </p:cNvPr>
            <p:cNvGrpSpPr/>
            <p:nvPr/>
          </p:nvGrpSpPr>
          <p:grpSpPr>
            <a:xfrm>
              <a:off x="287" y="4986967"/>
              <a:ext cx="259080" cy="1025448"/>
              <a:chOff x="9329195" y="1612457"/>
              <a:chExt cx="259080" cy="1025448"/>
            </a:xfrm>
          </p:grpSpPr>
          <p:sp>
            <p:nvSpPr>
              <p:cNvPr id="254" name="矩形 253">
                <a:extLst>
                  <a:ext uri="{FF2B5EF4-FFF2-40B4-BE49-F238E27FC236}">
                    <a16:creationId xmlns:a16="http://schemas.microsoft.com/office/drawing/2014/main" id="{7A4DE9AD-ABEF-C1FC-E530-4F1779F24700}"/>
                  </a:ext>
                </a:extLst>
              </p:cNvPr>
              <p:cNvSpPr/>
              <p:nvPr/>
            </p:nvSpPr>
            <p:spPr>
              <a:xfrm>
                <a:off x="9329195" y="1612457"/>
                <a:ext cx="259080" cy="2590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矩形 254">
                <a:extLst>
                  <a:ext uri="{FF2B5EF4-FFF2-40B4-BE49-F238E27FC236}">
                    <a16:creationId xmlns:a16="http://schemas.microsoft.com/office/drawing/2014/main" id="{8F574072-A569-D4BC-3788-C97FD3C664C1}"/>
                  </a:ext>
                </a:extLst>
              </p:cNvPr>
              <p:cNvSpPr/>
              <p:nvPr/>
            </p:nvSpPr>
            <p:spPr>
              <a:xfrm>
                <a:off x="9329195" y="1871199"/>
                <a:ext cx="259080" cy="2590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" name="矩形 255">
                <a:extLst>
                  <a:ext uri="{FF2B5EF4-FFF2-40B4-BE49-F238E27FC236}">
                    <a16:creationId xmlns:a16="http://schemas.microsoft.com/office/drawing/2014/main" id="{96C3B1D5-76E1-5CD4-F4E1-93539BDA3BBB}"/>
                  </a:ext>
                </a:extLst>
              </p:cNvPr>
              <p:cNvSpPr/>
              <p:nvPr/>
            </p:nvSpPr>
            <p:spPr>
              <a:xfrm>
                <a:off x="9329195" y="2119745"/>
                <a:ext cx="259080" cy="2590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" name="矩形 256">
                <a:extLst>
                  <a:ext uri="{FF2B5EF4-FFF2-40B4-BE49-F238E27FC236}">
                    <a16:creationId xmlns:a16="http://schemas.microsoft.com/office/drawing/2014/main" id="{8FB1C4DE-C761-F984-092E-C2DD32B4F1BB}"/>
                  </a:ext>
                </a:extLst>
              </p:cNvPr>
              <p:cNvSpPr/>
              <p:nvPr/>
            </p:nvSpPr>
            <p:spPr>
              <a:xfrm>
                <a:off x="9329195" y="2378825"/>
                <a:ext cx="259080" cy="2590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72C613C5-9EA0-95CE-7AB9-56938EB8F41A}"/>
                </a:ext>
              </a:extLst>
            </p:cNvPr>
            <p:cNvSpPr/>
            <p:nvPr/>
          </p:nvSpPr>
          <p:spPr>
            <a:xfrm>
              <a:off x="-1627036" y="110436"/>
              <a:ext cx="3412161" cy="1463309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0DB092F-09B2-F9B2-E205-835E0233C5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870510" y="914917"/>
              <a:ext cx="0" cy="4058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53785C0E-340E-A16A-A3E8-D3005D1F761D}"/>
                </a:ext>
              </a:extLst>
            </p:cNvPr>
            <p:cNvGrpSpPr/>
            <p:nvPr/>
          </p:nvGrpSpPr>
          <p:grpSpPr>
            <a:xfrm>
              <a:off x="2176071" y="289888"/>
              <a:ext cx="1406025" cy="512239"/>
              <a:chOff x="5115008" y="26342"/>
              <a:chExt cx="1406025" cy="512239"/>
            </a:xfrm>
          </p:grpSpPr>
          <p:sp>
            <p:nvSpPr>
              <p:cNvPr id="252" name="矩形: 圆角 251">
                <a:extLst>
                  <a:ext uri="{FF2B5EF4-FFF2-40B4-BE49-F238E27FC236}">
                    <a16:creationId xmlns:a16="http://schemas.microsoft.com/office/drawing/2014/main" id="{CB607914-AEC2-8C1D-511A-E01CB2EC92C8}"/>
                  </a:ext>
                </a:extLst>
              </p:cNvPr>
              <p:cNvSpPr/>
              <p:nvPr/>
            </p:nvSpPr>
            <p:spPr>
              <a:xfrm>
                <a:off x="5136544" y="26342"/>
                <a:ext cx="1384489" cy="512239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Language Encoder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3" name="图形 252" descr="雪花 纯色填充">
                <a:extLst>
                  <a:ext uri="{FF2B5EF4-FFF2-40B4-BE49-F238E27FC236}">
                    <a16:creationId xmlns:a16="http://schemas.microsoft.com/office/drawing/2014/main" id="{2CE19719-A143-5BD2-EA1B-ECD92499A9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5115008" y="111169"/>
                <a:ext cx="364476" cy="364476"/>
              </a:xfrm>
              <a:prstGeom prst="rect">
                <a:avLst/>
              </a:prstGeom>
            </p:spPr>
          </p:pic>
        </p:grp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BCB9471-2FB5-4037-3779-E73FDF784113}"/>
                </a:ext>
              </a:extLst>
            </p:cNvPr>
            <p:cNvSpPr txBox="1"/>
            <p:nvPr/>
          </p:nvSpPr>
          <p:spPr>
            <a:xfrm>
              <a:off x="-1597952" y="154695"/>
              <a:ext cx="3412162" cy="1661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Understanding</a:t>
              </a:r>
              <a:r>
                <a:rPr lang="en-US" altLang="zh-CN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</a:t>
              </a:r>
              <a:r>
                <a:rPr lang="en-US" altLang="zh-CN" sz="105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The object appears to be a yellow rubber duck toy ...</a:t>
              </a:r>
            </a:p>
            <a:p>
              <a:r>
                <a:rPr lang="en-US" altLang="zh-CN" sz="105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Object type: </a:t>
              </a:r>
              <a:r>
                <a:rPr lang="en-US" altLang="zh-CN" sz="105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rubber duck squeeze toy.</a:t>
              </a:r>
            </a:p>
            <a:p>
              <a:r>
                <a:rPr lang="en-US" altLang="zh-CN" sz="105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Mass hypotheses: </a:t>
              </a:r>
              <a:r>
                <a:rPr lang="en-US" altLang="zh-CN" sz="105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low : confidence 0.85 ; evidence small toy …</a:t>
              </a:r>
            </a:p>
            <a:p>
              <a:r>
                <a:rPr lang="en-US" altLang="zh-CN" sz="105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medium : confidence 0.15 ; evidence be thicker rubber body than typical</a:t>
              </a:r>
            </a:p>
            <a:p>
              <a:r>
                <a:rPr lang="en-US" altLang="zh-CN" sz="105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Material hypotheses: </a:t>
              </a:r>
              <a:r>
                <a:rPr lang="en-US" altLang="zh-CN" sz="105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...</a:t>
              </a:r>
            </a:p>
            <a:p>
              <a:endParaRPr lang="zh-CN" altLang="en-US" dirty="0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65A60C4B-470D-EA6E-4E15-74A0F28ACB73}"/>
                </a:ext>
              </a:extLst>
            </p:cNvPr>
            <p:cNvCxnSpPr>
              <a:cxnSpLocks/>
              <a:endCxn id="252" idx="1"/>
            </p:cNvCxnSpPr>
            <p:nvPr/>
          </p:nvCxnSpPr>
          <p:spPr>
            <a:xfrm>
              <a:off x="1808768" y="546008"/>
              <a:ext cx="38883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6AE6225F-95CA-9F71-1CF3-D29ED2F80CE3}"/>
                </a:ext>
              </a:extLst>
            </p:cNvPr>
            <p:cNvSpPr/>
            <p:nvPr/>
          </p:nvSpPr>
          <p:spPr>
            <a:xfrm>
              <a:off x="-1612309" y="1961402"/>
              <a:ext cx="1465294" cy="444642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F64A5BAF-BDB7-4DBA-ACA0-719948D32858}"/>
                </a:ext>
              </a:extLst>
            </p:cNvPr>
            <p:cNvCxnSpPr>
              <a:cxnSpLocks/>
            </p:cNvCxnSpPr>
            <p:nvPr/>
          </p:nvCxnSpPr>
          <p:spPr>
            <a:xfrm>
              <a:off x="-294472" y="2272390"/>
              <a:ext cx="0" cy="748778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C59C0247-24D4-FB34-5A65-CE7C489783E4}"/>
                </a:ext>
              </a:extLst>
            </p:cNvPr>
            <p:cNvSpPr txBox="1"/>
            <p:nvPr/>
          </p:nvSpPr>
          <p:spPr>
            <a:xfrm>
              <a:off x="-419950" y="6050982"/>
              <a:ext cx="3123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h</a:t>
              </a:r>
              <a:endParaRPr lang="zh-CN" altLang="en-US" sz="1100" b="1" dirty="0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64A79440-AB34-9A6A-E795-920865927556}"/>
                </a:ext>
              </a:extLst>
            </p:cNvPr>
            <p:cNvSpPr txBox="1"/>
            <p:nvPr/>
          </p:nvSpPr>
          <p:spPr>
            <a:xfrm>
              <a:off x="-419950" y="1988891"/>
              <a:ext cx="3123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0</a:t>
              </a:r>
              <a:endParaRPr lang="zh-CN" altLang="en-US" sz="1100" b="1" dirty="0"/>
            </a:p>
          </p:txBody>
        </p:sp>
        <p:cxnSp>
          <p:nvCxnSpPr>
            <p:cNvPr id="64" name="连接符: 肘形 63">
              <a:extLst>
                <a:ext uri="{FF2B5EF4-FFF2-40B4-BE49-F238E27FC236}">
                  <a16:creationId xmlns:a16="http://schemas.microsoft.com/office/drawing/2014/main" id="{C58277BD-1468-4C6B-3AC4-93C21BE199D2}"/>
                </a:ext>
              </a:extLst>
            </p:cNvPr>
            <p:cNvCxnSpPr>
              <a:cxnSpLocks/>
              <a:endCxn id="65" idx="1"/>
            </p:cNvCxnSpPr>
            <p:nvPr/>
          </p:nvCxnSpPr>
          <p:spPr>
            <a:xfrm rot="16200000" flipH="1">
              <a:off x="-2794236" y="3559701"/>
              <a:ext cx="2958094" cy="332912"/>
            </a:xfrm>
            <a:prstGeom prst="bentConnector2">
              <a:avLst/>
            </a:prstGeom>
            <a:ln w="19050"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21C4616A-37FA-64A3-4EC6-78D93409A75C}"/>
                </a:ext>
              </a:extLst>
            </p:cNvPr>
            <p:cNvSpPr/>
            <p:nvPr/>
          </p:nvSpPr>
          <p:spPr>
            <a:xfrm>
              <a:off x="-1148733" y="4894068"/>
              <a:ext cx="553958" cy="6222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</a:rPr>
                <a:t>GRU Cell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04D5D53F-5F81-01B2-738E-F7DEF5371053}"/>
                </a:ext>
              </a:extLst>
            </p:cNvPr>
            <p:cNvSpPr txBox="1"/>
            <p:nvPr/>
          </p:nvSpPr>
          <p:spPr>
            <a:xfrm>
              <a:off x="-1651259" y="2010780"/>
              <a:ext cx="13227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Feature</a:t>
              </a:r>
              <a:endParaRPr lang="zh-CN" altLang="en-US" sz="1100" b="1" dirty="0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C2782A53-765A-3195-1B00-80D936A11B7C}"/>
                </a:ext>
              </a:extLst>
            </p:cNvPr>
            <p:cNvSpPr/>
            <p:nvPr/>
          </p:nvSpPr>
          <p:spPr>
            <a:xfrm>
              <a:off x="-1148733" y="2309921"/>
              <a:ext cx="553958" cy="6222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</a:rPr>
                <a:t>GRU Cell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55440421-1B23-13E4-7E3F-A3549DAFE1BB}"/>
                </a:ext>
              </a:extLst>
            </p:cNvPr>
            <p:cNvSpPr/>
            <p:nvPr/>
          </p:nvSpPr>
          <p:spPr>
            <a:xfrm>
              <a:off x="-1148733" y="3330618"/>
              <a:ext cx="553958" cy="6222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</a:rPr>
                <a:t>GRU Cell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B7B7806E-B73A-6114-8DF1-86861B2A8B5F}"/>
                </a:ext>
              </a:extLst>
            </p:cNvPr>
            <p:cNvCxnSpPr>
              <a:stCxn id="67" idx="2"/>
              <a:endCxn id="68" idx="0"/>
            </p:cNvCxnSpPr>
            <p:nvPr/>
          </p:nvCxnSpPr>
          <p:spPr>
            <a:xfrm>
              <a:off x="-871754" y="2932193"/>
              <a:ext cx="0" cy="398425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8C1587EF-CC1B-1ABC-95F9-94D360D17FB2}"/>
                </a:ext>
              </a:extLst>
            </p:cNvPr>
            <p:cNvCxnSpPr>
              <a:cxnSpLocks/>
            </p:cNvCxnSpPr>
            <p:nvPr/>
          </p:nvCxnSpPr>
          <p:spPr>
            <a:xfrm>
              <a:off x="-849982" y="4418693"/>
              <a:ext cx="0" cy="468565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8BA2CEA3-65F4-89A9-07D8-7EC6855D54E4}"/>
                </a:ext>
              </a:extLst>
            </p:cNvPr>
            <p:cNvGrpSpPr/>
            <p:nvPr/>
          </p:nvGrpSpPr>
          <p:grpSpPr>
            <a:xfrm>
              <a:off x="-368401" y="5621109"/>
              <a:ext cx="147857" cy="158512"/>
              <a:chOff x="6775349" y="5551259"/>
              <a:chExt cx="147857" cy="158512"/>
            </a:xfrm>
          </p:grpSpPr>
          <p:sp>
            <p:nvSpPr>
              <p:cNvPr id="249" name="椭圆 248">
                <a:extLst>
                  <a:ext uri="{FF2B5EF4-FFF2-40B4-BE49-F238E27FC236}">
                    <a16:creationId xmlns:a16="http://schemas.microsoft.com/office/drawing/2014/main" id="{2278DC0F-F0D4-5F26-F841-003E031095CB}"/>
                  </a:ext>
                </a:extLst>
              </p:cNvPr>
              <p:cNvSpPr/>
              <p:nvPr/>
            </p:nvSpPr>
            <p:spPr>
              <a:xfrm>
                <a:off x="6775349" y="5551259"/>
                <a:ext cx="147857" cy="1450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2E82E72E-0845-ED68-1EC6-B97BD69CE407}"/>
                  </a:ext>
                </a:extLst>
              </p:cNvPr>
              <p:cNvCxnSpPr>
                <a:stCxn id="249" idx="2"/>
                <a:endCxn id="249" idx="6"/>
              </p:cNvCxnSpPr>
              <p:nvPr/>
            </p:nvCxnSpPr>
            <p:spPr>
              <a:xfrm>
                <a:off x="6775349" y="5623807"/>
                <a:ext cx="147857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051FD651-EC04-A7E4-671A-EBCF32D82F66}"/>
                  </a:ext>
                </a:extLst>
              </p:cNvPr>
              <p:cNvCxnSpPr>
                <a:cxnSpLocks/>
                <a:stCxn id="249" idx="0"/>
              </p:cNvCxnSpPr>
              <p:nvPr/>
            </p:nvCxnSpPr>
            <p:spPr>
              <a:xfrm>
                <a:off x="6849278" y="5551259"/>
                <a:ext cx="0" cy="158512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27832F48-69BB-D269-A003-F568B66AD3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98062" y="3211964"/>
              <a:ext cx="3590" cy="856149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FC265F95-305E-0C3E-C2AF-B3B4AB8C550D}"/>
                </a:ext>
              </a:extLst>
            </p:cNvPr>
            <p:cNvCxnSpPr>
              <a:cxnSpLocks/>
            </p:cNvCxnSpPr>
            <p:nvPr/>
          </p:nvCxnSpPr>
          <p:spPr>
            <a:xfrm>
              <a:off x="-298062" y="4213209"/>
              <a:ext cx="0" cy="425044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A6078F5D-2375-E874-ED46-FE428CE67691}"/>
                </a:ext>
              </a:extLst>
            </p:cNvPr>
            <p:cNvCxnSpPr>
              <a:cxnSpLocks/>
            </p:cNvCxnSpPr>
            <p:nvPr/>
          </p:nvCxnSpPr>
          <p:spPr>
            <a:xfrm>
              <a:off x="-294472" y="5007513"/>
              <a:ext cx="0" cy="61005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FF794518-0B9B-07CF-E5F4-C0BEC6EAE61B}"/>
                </a:ext>
              </a:extLst>
            </p:cNvPr>
            <p:cNvCxnSpPr>
              <a:cxnSpLocks/>
            </p:cNvCxnSpPr>
            <p:nvPr/>
          </p:nvCxnSpPr>
          <p:spPr>
            <a:xfrm>
              <a:off x="-294472" y="5768000"/>
              <a:ext cx="0" cy="241869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连接符: 肘形 75">
              <a:extLst>
                <a:ext uri="{FF2B5EF4-FFF2-40B4-BE49-F238E27FC236}">
                  <a16:creationId xmlns:a16="http://schemas.microsoft.com/office/drawing/2014/main" id="{837582BD-00A8-7EAF-4A97-EBBBC5F2AF0D}"/>
                </a:ext>
              </a:extLst>
            </p:cNvPr>
            <p:cNvCxnSpPr>
              <a:cxnSpLocks/>
            </p:cNvCxnSpPr>
            <p:nvPr/>
          </p:nvCxnSpPr>
          <p:spPr>
            <a:xfrm>
              <a:off x="-734115" y="2934591"/>
              <a:ext cx="358053" cy="170755"/>
            </a:xfrm>
            <a:prstGeom prst="bentConnector3">
              <a:avLst>
                <a:gd name="adj1" fmla="val 4244"/>
              </a:avLst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连接符: 肘形 76">
              <a:extLst>
                <a:ext uri="{FF2B5EF4-FFF2-40B4-BE49-F238E27FC236}">
                  <a16:creationId xmlns:a16="http://schemas.microsoft.com/office/drawing/2014/main" id="{4744C54B-1780-912B-389F-8131C13A937B}"/>
                </a:ext>
              </a:extLst>
            </p:cNvPr>
            <p:cNvCxnSpPr>
              <a:cxnSpLocks/>
            </p:cNvCxnSpPr>
            <p:nvPr/>
          </p:nvCxnSpPr>
          <p:spPr>
            <a:xfrm>
              <a:off x="-726680" y="3960112"/>
              <a:ext cx="358053" cy="170755"/>
            </a:xfrm>
            <a:prstGeom prst="bentConnector3">
              <a:avLst>
                <a:gd name="adj1" fmla="val 4244"/>
              </a:avLst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连接符: 肘形 77">
              <a:extLst>
                <a:ext uri="{FF2B5EF4-FFF2-40B4-BE49-F238E27FC236}">
                  <a16:creationId xmlns:a16="http://schemas.microsoft.com/office/drawing/2014/main" id="{64177756-FE1B-6A8E-F460-0B83CC0E9859}"/>
                </a:ext>
              </a:extLst>
            </p:cNvPr>
            <p:cNvCxnSpPr>
              <a:cxnSpLocks/>
            </p:cNvCxnSpPr>
            <p:nvPr/>
          </p:nvCxnSpPr>
          <p:spPr>
            <a:xfrm>
              <a:off x="-734853" y="5516642"/>
              <a:ext cx="358053" cy="170755"/>
            </a:xfrm>
            <a:prstGeom prst="bentConnector3">
              <a:avLst>
                <a:gd name="adj1" fmla="val 4244"/>
              </a:avLst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495D0E89-98D1-A2AD-5B9F-53D6801D11A8}"/>
                </a:ext>
              </a:extLst>
            </p:cNvPr>
            <p:cNvSpPr/>
            <p:nvPr/>
          </p:nvSpPr>
          <p:spPr>
            <a:xfrm>
              <a:off x="-888197" y="4026062"/>
              <a:ext cx="83820" cy="746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664DDA5A-3255-6776-14F0-0DBD8882FE6B}"/>
                </a:ext>
              </a:extLst>
            </p:cNvPr>
            <p:cNvSpPr/>
            <p:nvPr/>
          </p:nvSpPr>
          <p:spPr>
            <a:xfrm>
              <a:off x="-888197" y="4161634"/>
              <a:ext cx="83820" cy="746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A64F287F-8E92-484C-2DFE-E982F5819B4C}"/>
                </a:ext>
              </a:extLst>
            </p:cNvPr>
            <p:cNvSpPr/>
            <p:nvPr/>
          </p:nvSpPr>
          <p:spPr>
            <a:xfrm>
              <a:off x="-888197" y="4302804"/>
              <a:ext cx="83820" cy="746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180A94CD-FA21-A6AF-6542-C9795D8E4FAA}"/>
                </a:ext>
              </a:extLst>
            </p:cNvPr>
            <p:cNvCxnSpPr>
              <a:cxnSpLocks/>
              <a:endCxn id="67" idx="1"/>
            </p:cNvCxnSpPr>
            <p:nvPr/>
          </p:nvCxnSpPr>
          <p:spPr>
            <a:xfrm>
              <a:off x="-1481645" y="2621057"/>
              <a:ext cx="332912" cy="0"/>
            </a:xfrm>
            <a:prstGeom prst="straightConnector1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0E4F16D1-7EC5-714F-9507-FA9DCFE16EE0}"/>
                </a:ext>
              </a:extLst>
            </p:cNvPr>
            <p:cNvCxnSpPr>
              <a:cxnSpLocks/>
            </p:cNvCxnSpPr>
            <p:nvPr/>
          </p:nvCxnSpPr>
          <p:spPr>
            <a:xfrm>
              <a:off x="-1481645" y="3634517"/>
              <a:ext cx="332912" cy="0"/>
            </a:xfrm>
            <a:prstGeom prst="straightConnector1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03645BF7-4991-0C75-2DD1-37C4F5A08298}"/>
                </a:ext>
              </a:extLst>
            </p:cNvPr>
            <p:cNvGrpSpPr/>
            <p:nvPr/>
          </p:nvGrpSpPr>
          <p:grpSpPr>
            <a:xfrm>
              <a:off x="-2383445" y="2945189"/>
              <a:ext cx="527871" cy="151957"/>
              <a:chOff x="9435334" y="893072"/>
              <a:chExt cx="527871" cy="151957"/>
            </a:xfrm>
            <a:solidFill>
              <a:schemeClr val="accent2">
                <a:lumMod val="40000"/>
                <a:lumOff val="60000"/>
              </a:schemeClr>
            </a:solidFill>
            <a:scene3d>
              <a:camera prst="isometricOffAxis2Top"/>
              <a:lightRig rig="threePt" dir="t"/>
            </a:scene3d>
          </p:grpSpPr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642D8277-09F2-B47D-2D13-CEF97ADAD423}"/>
                  </a:ext>
                </a:extLst>
              </p:cNvPr>
              <p:cNvSpPr/>
              <p:nvPr/>
            </p:nvSpPr>
            <p:spPr>
              <a:xfrm>
                <a:off x="9435334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矩形 246">
                <a:extLst>
                  <a:ext uri="{FF2B5EF4-FFF2-40B4-BE49-F238E27FC236}">
                    <a16:creationId xmlns:a16="http://schemas.microsoft.com/office/drawing/2014/main" id="{6C0E089D-A482-D1F4-E422-4E5101AA7BE2}"/>
                  </a:ext>
                </a:extLst>
              </p:cNvPr>
              <p:cNvSpPr/>
              <p:nvPr/>
            </p:nvSpPr>
            <p:spPr>
              <a:xfrm>
                <a:off x="9623291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" name="矩形 247">
                <a:extLst>
                  <a:ext uri="{FF2B5EF4-FFF2-40B4-BE49-F238E27FC236}">
                    <a16:creationId xmlns:a16="http://schemas.microsoft.com/office/drawing/2014/main" id="{9D175E30-ADE6-B159-2518-3E4BA9E9E54C}"/>
                  </a:ext>
                </a:extLst>
              </p:cNvPr>
              <p:cNvSpPr/>
              <p:nvPr/>
            </p:nvSpPr>
            <p:spPr>
              <a:xfrm>
                <a:off x="9811248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5FFEB0DC-1115-D4A9-BEE3-8AFF7FE3F038}"/>
                </a:ext>
              </a:extLst>
            </p:cNvPr>
            <p:cNvGrpSpPr/>
            <p:nvPr/>
          </p:nvGrpSpPr>
          <p:grpSpPr>
            <a:xfrm>
              <a:off x="-2383445" y="2945189"/>
              <a:ext cx="527871" cy="151957"/>
              <a:chOff x="9435334" y="893072"/>
              <a:chExt cx="527871" cy="151957"/>
            </a:xfrm>
            <a:solidFill>
              <a:schemeClr val="accent2">
                <a:lumMod val="40000"/>
                <a:lumOff val="60000"/>
              </a:schemeClr>
            </a:solidFill>
            <a:scene3d>
              <a:camera prst="isometricOffAxis2Top"/>
              <a:lightRig rig="threePt" dir="t"/>
            </a:scene3d>
          </p:grpSpPr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43972E85-6008-FEA4-10F9-2DB69D7C2FB1}"/>
                  </a:ext>
                </a:extLst>
              </p:cNvPr>
              <p:cNvSpPr/>
              <p:nvPr/>
            </p:nvSpPr>
            <p:spPr>
              <a:xfrm>
                <a:off x="9435334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17575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EA519325-4816-9B58-4192-3976E67CB7B5}"/>
                  </a:ext>
                </a:extLst>
              </p:cNvPr>
              <p:cNvSpPr/>
              <p:nvPr/>
            </p:nvSpPr>
            <p:spPr>
              <a:xfrm>
                <a:off x="9623291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17575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8DFB667B-FC51-7201-AD3B-06116D1406F2}"/>
                  </a:ext>
                </a:extLst>
              </p:cNvPr>
              <p:cNvSpPr/>
              <p:nvPr/>
            </p:nvSpPr>
            <p:spPr>
              <a:xfrm>
                <a:off x="9811248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17575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341A0BEC-B71D-B70D-C5A1-6F5156A839B4}"/>
                </a:ext>
              </a:extLst>
            </p:cNvPr>
            <p:cNvGrpSpPr/>
            <p:nvPr/>
          </p:nvGrpSpPr>
          <p:grpSpPr>
            <a:xfrm>
              <a:off x="-2383445" y="2945189"/>
              <a:ext cx="527871" cy="151957"/>
              <a:chOff x="9435334" y="893072"/>
              <a:chExt cx="527871" cy="151957"/>
            </a:xfrm>
            <a:solidFill>
              <a:schemeClr val="accent2">
                <a:lumMod val="75000"/>
              </a:schemeClr>
            </a:solidFill>
            <a:scene3d>
              <a:camera prst="isometricOffAxis2Top"/>
              <a:lightRig rig="threePt" dir="t"/>
            </a:scene3d>
          </p:grpSpPr>
          <p:sp>
            <p:nvSpPr>
              <p:cNvPr id="240" name="矩形 239">
                <a:extLst>
                  <a:ext uri="{FF2B5EF4-FFF2-40B4-BE49-F238E27FC236}">
                    <a16:creationId xmlns:a16="http://schemas.microsoft.com/office/drawing/2014/main" id="{6CA2490A-F1C0-2681-696F-C8FB9691DD14}"/>
                  </a:ext>
                </a:extLst>
              </p:cNvPr>
              <p:cNvSpPr/>
              <p:nvPr/>
            </p:nvSpPr>
            <p:spPr>
              <a:xfrm>
                <a:off x="9435334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35150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7824BAD5-CC7A-E25E-3DDE-E82812A62C5C}"/>
                  </a:ext>
                </a:extLst>
              </p:cNvPr>
              <p:cNvSpPr/>
              <p:nvPr/>
            </p:nvSpPr>
            <p:spPr>
              <a:xfrm>
                <a:off x="9623291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35150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379F79FF-35EF-75F5-30B1-BA977D83B3B4}"/>
                  </a:ext>
                </a:extLst>
              </p:cNvPr>
              <p:cNvSpPr/>
              <p:nvPr/>
            </p:nvSpPr>
            <p:spPr>
              <a:xfrm>
                <a:off x="9811248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35150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477D032E-3DB6-1D3F-FE40-5149780ED0B9}"/>
                </a:ext>
              </a:extLst>
            </p:cNvPr>
            <p:cNvGrpSpPr/>
            <p:nvPr/>
          </p:nvGrpSpPr>
          <p:grpSpPr>
            <a:xfrm>
              <a:off x="-2383445" y="2945189"/>
              <a:ext cx="527871" cy="151957"/>
              <a:chOff x="9435334" y="893072"/>
              <a:chExt cx="527871" cy="151957"/>
            </a:xfrm>
            <a:solidFill>
              <a:schemeClr val="accent2">
                <a:lumMod val="75000"/>
              </a:schemeClr>
            </a:solidFill>
            <a:scene3d>
              <a:camera prst="isometricOffAxis2Top"/>
              <a:lightRig rig="threePt" dir="t"/>
            </a:scene3d>
          </p:grpSpPr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0763BCD6-4A35-D12B-5ADB-6B040278570F}"/>
                  </a:ext>
                </a:extLst>
              </p:cNvPr>
              <p:cNvSpPr/>
              <p:nvPr/>
            </p:nvSpPr>
            <p:spPr>
              <a:xfrm>
                <a:off x="9435334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52725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矩形 237">
                <a:extLst>
                  <a:ext uri="{FF2B5EF4-FFF2-40B4-BE49-F238E27FC236}">
                    <a16:creationId xmlns:a16="http://schemas.microsoft.com/office/drawing/2014/main" id="{5B99AC10-95DD-19D4-BCE9-45CC251BBDCD}"/>
                  </a:ext>
                </a:extLst>
              </p:cNvPr>
              <p:cNvSpPr/>
              <p:nvPr/>
            </p:nvSpPr>
            <p:spPr>
              <a:xfrm>
                <a:off x="9623291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52725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" name="矩形 238">
                <a:extLst>
                  <a:ext uri="{FF2B5EF4-FFF2-40B4-BE49-F238E27FC236}">
                    <a16:creationId xmlns:a16="http://schemas.microsoft.com/office/drawing/2014/main" id="{BA59691B-1C94-E45E-BA6E-668651339452}"/>
                  </a:ext>
                </a:extLst>
              </p:cNvPr>
              <p:cNvSpPr/>
              <p:nvPr/>
            </p:nvSpPr>
            <p:spPr>
              <a:xfrm>
                <a:off x="9811248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52725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EB1B1402-ACC3-66B6-AC6E-DA9046E7FC2E}"/>
                    </a:ext>
                  </a:extLst>
                </p:cNvPr>
                <p:cNvSpPr txBox="1"/>
                <p:nvPr/>
              </p:nvSpPr>
              <p:spPr>
                <a:xfrm>
                  <a:off x="-111094" y="6076706"/>
                  <a:ext cx="48292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EB1B1402-ACC3-66B6-AC6E-DA9046E7F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1094" y="6076706"/>
                  <a:ext cx="482924" cy="2769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36065F69-5CB5-2B55-7463-9EA0C1CFBA69}"/>
                    </a:ext>
                  </a:extLst>
                </p:cNvPr>
                <p:cNvSpPr txBox="1"/>
                <p:nvPr/>
              </p:nvSpPr>
              <p:spPr>
                <a:xfrm>
                  <a:off x="-112620" y="3330618"/>
                  <a:ext cx="485166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36065F69-5CB5-2B55-7463-9EA0C1CFB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620" y="3330618"/>
                  <a:ext cx="485166" cy="27699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5534DB91-4F46-0092-1BBC-74DAE0491A08}"/>
                    </a:ext>
                  </a:extLst>
                </p:cNvPr>
                <p:cNvSpPr txBox="1"/>
                <p:nvPr/>
              </p:nvSpPr>
              <p:spPr>
                <a:xfrm>
                  <a:off x="1633397" y="1113353"/>
                  <a:ext cx="74502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𝒕𝒆𝒙𝒕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5534DB91-4F46-0092-1BBC-74DAE0491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3397" y="1113353"/>
                  <a:ext cx="745024" cy="276999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792D5807-B59B-78E3-2E09-9446C829916C}"/>
                </a:ext>
              </a:extLst>
            </p:cNvPr>
            <p:cNvGrpSpPr/>
            <p:nvPr/>
          </p:nvGrpSpPr>
          <p:grpSpPr>
            <a:xfrm>
              <a:off x="-2371015" y="5704890"/>
              <a:ext cx="527871" cy="151957"/>
              <a:chOff x="9435334" y="893072"/>
              <a:chExt cx="527871" cy="151957"/>
            </a:xfrm>
            <a:solidFill>
              <a:schemeClr val="accent6">
                <a:lumMod val="40000"/>
                <a:lumOff val="60000"/>
              </a:schemeClr>
            </a:solidFill>
            <a:scene3d>
              <a:camera prst="isometricOffAxis2Top"/>
              <a:lightRig rig="threePt" dir="t"/>
            </a:scene3d>
          </p:grpSpPr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242B131A-4795-998C-B147-CAE8D411E543}"/>
                  </a:ext>
                </a:extLst>
              </p:cNvPr>
              <p:cNvSpPr/>
              <p:nvPr/>
            </p:nvSpPr>
            <p:spPr>
              <a:xfrm>
                <a:off x="9435334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" name="矩形 234">
                <a:extLst>
                  <a:ext uri="{FF2B5EF4-FFF2-40B4-BE49-F238E27FC236}">
                    <a16:creationId xmlns:a16="http://schemas.microsoft.com/office/drawing/2014/main" id="{F86F8202-1CE2-222F-25A9-8907663CB840}"/>
                  </a:ext>
                </a:extLst>
              </p:cNvPr>
              <p:cNvSpPr/>
              <p:nvPr/>
            </p:nvSpPr>
            <p:spPr>
              <a:xfrm>
                <a:off x="9623291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矩形 235">
                <a:extLst>
                  <a:ext uri="{FF2B5EF4-FFF2-40B4-BE49-F238E27FC236}">
                    <a16:creationId xmlns:a16="http://schemas.microsoft.com/office/drawing/2014/main" id="{B9F13534-CF73-A3EE-D883-96DA5D9EF8DC}"/>
                  </a:ext>
                </a:extLst>
              </p:cNvPr>
              <p:cNvSpPr/>
              <p:nvPr/>
            </p:nvSpPr>
            <p:spPr>
              <a:xfrm>
                <a:off x="9811248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DE2D6E8C-B519-252D-D690-5624FCD179E0}"/>
                </a:ext>
              </a:extLst>
            </p:cNvPr>
            <p:cNvGrpSpPr/>
            <p:nvPr/>
          </p:nvGrpSpPr>
          <p:grpSpPr>
            <a:xfrm>
              <a:off x="-2371015" y="5704890"/>
              <a:ext cx="527871" cy="151957"/>
              <a:chOff x="9435334" y="893072"/>
              <a:chExt cx="527871" cy="151957"/>
            </a:xfrm>
            <a:solidFill>
              <a:schemeClr val="accent6">
                <a:lumMod val="40000"/>
                <a:lumOff val="60000"/>
              </a:schemeClr>
            </a:solidFill>
            <a:scene3d>
              <a:camera prst="isometricOffAxis2Top"/>
              <a:lightRig rig="threePt" dir="t"/>
            </a:scene3d>
          </p:grpSpPr>
          <p:sp>
            <p:nvSpPr>
              <p:cNvPr id="231" name="矩形 230">
                <a:extLst>
                  <a:ext uri="{FF2B5EF4-FFF2-40B4-BE49-F238E27FC236}">
                    <a16:creationId xmlns:a16="http://schemas.microsoft.com/office/drawing/2014/main" id="{313B89F1-8952-DFD9-9DF8-453A38E9F01C}"/>
                  </a:ext>
                </a:extLst>
              </p:cNvPr>
              <p:cNvSpPr/>
              <p:nvPr/>
            </p:nvSpPr>
            <p:spPr>
              <a:xfrm>
                <a:off x="9435334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17575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DCF3570E-337C-60D2-9E1B-04E58DE7BBA8}"/>
                  </a:ext>
                </a:extLst>
              </p:cNvPr>
              <p:cNvSpPr/>
              <p:nvPr/>
            </p:nvSpPr>
            <p:spPr>
              <a:xfrm>
                <a:off x="9623291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17575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873EA1E8-6283-7EB7-2E37-B742CFCB639B}"/>
                  </a:ext>
                </a:extLst>
              </p:cNvPr>
              <p:cNvSpPr/>
              <p:nvPr/>
            </p:nvSpPr>
            <p:spPr>
              <a:xfrm>
                <a:off x="9811248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17575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41903C48-2B91-7280-0E25-666B6FF159BB}"/>
                </a:ext>
              </a:extLst>
            </p:cNvPr>
            <p:cNvGrpSpPr/>
            <p:nvPr/>
          </p:nvGrpSpPr>
          <p:grpSpPr>
            <a:xfrm>
              <a:off x="-2371015" y="5704890"/>
              <a:ext cx="527871" cy="151957"/>
              <a:chOff x="9435334" y="893072"/>
              <a:chExt cx="527871" cy="151957"/>
            </a:xfrm>
            <a:solidFill>
              <a:schemeClr val="accent6">
                <a:lumMod val="75000"/>
              </a:schemeClr>
            </a:solidFill>
            <a:scene3d>
              <a:camera prst="isometricOffAxis2Top"/>
              <a:lightRig rig="threePt" dir="t"/>
            </a:scene3d>
          </p:grpSpPr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4D010F50-B818-CB80-A077-1D0DE0BCFAFE}"/>
                  </a:ext>
                </a:extLst>
              </p:cNvPr>
              <p:cNvSpPr/>
              <p:nvPr/>
            </p:nvSpPr>
            <p:spPr>
              <a:xfrm>
                <a:off x="9435334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35150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矩形 228">
                <a:extLst>
                  <a:ext uri="{FF2B5EF4-FFF2-40B4-BE49-F238E27FC236}">
                    <a16:creationId xmlns:a16="http://schemas.microsoft.com/office/drawing/2014/main" id="{4F0BB701-D017-C293-0B5C-FC47319C98DA}"/>
                  </a:ext>
                </a:extLst>
              </p:cNvPr>
              <p:cNvSpPr/>
              <p:nvPr/>
            </p:nvSpPr>
            <p:spPr>
              <a:xfrm>
                <a:off x="9623291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35150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矩形 229">
                <a:extLst>
                  <a:ext uri="{FF2B5EF4-FFF2-40B4-BE49-F238E27FC236}">
                    <a16:creationId xmlns:a16="http://schemas.microsoft.com/office/drawing/2014/main" id="{4BF1EF9F-BB5B-8DF6-6C97-9B6A72FC6923}"/>
                  </a:ext>
                </a:extLst>
              </p:cNvPr>
              <p:cNvSpPr/>
              <p:nvPr/>
            </p:nvSpPr>
            <p:spPr>
              <a:xfrm>
                <a:off x="9811248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35150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D0B01490-B2BC-191A-9729-98A36E49A249}"/>
                </a:ext>
              </a:extLst>
            </p:cNvPr>
            <p:cNvGrpSpPr/>
            <p:nvPr/>
          </p:nvGrpSpPr>
          <p:grpSpPr>
            <a:xfrm>
              <a:off x="-2371015" y="5704890"/>
              <a:ext cx="527871" cy="151957"/>
              <a:chOff x="9435334" y="893072"/>
              <a:chExt cx="527871" cy="151957"/>
            </a:xfrm>
            <a:solidFill>
              <a:schemeClr val="accent6">
                <a:lumMod val="75000"/>
              </a:schemeClr>
            </a:solidFill>
            <a:scene3d>
              <a:camera prst="isometricOffAxis2Top"/>
              <a:lightRig rig="threePt" dir="t"/>
            </a:scene3d>
          </p:grpSpPr>
          <p:sp>
            <p:nvSpPr>
              <p:cNvPr id="225" name="矩形 224">
                <a:extLst>
                  <a:ext uri="{FF2B5EF4-FFF2-40B4-BE49-F238E27FC236}">
                    <a16:creationId xmlns:a16="http://schemas.microsoft.com/office/drawing/2014/main" id="{C77777BD-7712-4DF0-6465-72AF2455BBCF}"/>
                  </a:ext>
                </a:extLst>
              </p:cNvPr>
              <p:cNvSpPr/>
              <p:nvPr/>
            </p:nvSpPr>
            <p:spPr>
              <a:xfrm>
                <a:off x="9435334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52725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矩形 225">
                <a:extLst>
                  <a:ext uri="{FF2B5EF4-FFF2-40B4-BE49-F238E27FC236}">
                    <a16:creationId xmlns:a16="http://schemas.microsoft.com/office/drawing/2014/main" id="{E62CE98D-23F9-FDF0-8FE8-0B0D618D1160}"/>
                  </a:ext>
                </a:extLst>
              </p:cNvPr>
              <p:cNvSpPr/>
              <p:nvPr/>
            </p:nvSpPr>
            <p:spPr>
              <a:xfrm>
                <a:off x="9623291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52725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8C1D69C6-36B1-CCAA-0E02-E5F032FF4FC2}"/>
                  </a:ext>
                </a:extLst>
              </p:cNvPr>
              <p:cNvSpPr/>
              <p:nvPr/>
            </p:nvSpPr>
            <p:spPr>
              <a:xfrm>
                <a:off x="9811248" y="893072"/>
                <a:ext cx="151957" cy="151957"/>
              </a:xfrm>
              <a:prstGeom prst="rect">
                <a:avLst/>
              </a:prstGeom>
              <a:grpFill/>
              <a:ln>
                <a:noFill/>
              </a:ln>
              <a:sp3d z="527250" extrusionH="1440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0461D4B4-688A-D474-E4FF-8A112F2F1710}"/>
                </a:ext>
              </a:extLst>
            </p:cNvPr>
            <p:cNvSpPr/>
            <p:nvPr/>
          </p:nvSpPr>
          <p:spPr>
            <a:xfrm>
              <a:off x="1114782" y="2309921"/>
              <a:ext cx="359194" cy="33491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</a:rPr>
                <a:t>Q</a:t>
              </a:r>
              <a:endParaRPr lang="zh-CN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805FC644-9DAF-632E-7511-A3CB472522E8}"/>
                </a:ext>
              </a:extLst>
            </p:cNvPr>
            <p:cNvSpPr txBox="1"/>
            <p:nvPr/>
          </p:nvSpPr>
          <p:spPr>
            <a:xfrm>
              <a:off x="1120336" y="3157549"/>
              <a:ext cx="1376864" cy="277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</a:rPr>
                <a:t>Cross- Attention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EBB89951-FB43-A0FD-E84F-C6CE63DD5F0F}"/>
                </a:ext>
              </a:extLst>
            </p:cNvPr>
            <p:cNvGrpSpPr/>
            <p:nvPr/>
          </p:nvGrpSpPr>
          <p:grpSpPr>
            <a:xfrm>
              <a:off x="2323080" y="3634572"/>
              <a:ext cx="259080" cy="1025448"/>
              <a:chOff x="11480741" y="3134910"/>
              <a:chExt cx="259080" cy="1025448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DEFC52CD-EDDE-911D-6C24-20A9AE282BE1}"/>
                  </a:ext>
                </a:extLst>
              </p:cNvPr>
              <p:cNvSpPr/>
              <p:nvPr/>
            </p:nvSpPr>
            <p:spPr>
              <a:xfrm>
                <a:off x="11480741" y="3134910"/>
                <a:ext cx="259080" cy="259080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矩形 221">
                <a:extLst>
                  <a:ext uri="{FF2B5EF4-FFF2-40B4-BE49-F238E27FC236}">
                    <a16:creationId xmlns:a16="http://schemas.microsoft.com/office/drawing/2014/main" id="{C5E32611-86E7-0ACA-32A7-C18DDEA86B6E}"/>
                  </a:ext>
                </a:extLst>
              </p:cNvPr>
              <p:cNvSpPr/>
              <p:nvPr/>
            </p:nvSpPr>
            <p:spPr>
              <a:xfrm>
                <a:off x="11480741" y="3393652"/>
                <a:ext cx="259080" cy="259080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矩形 222">
                <a:extLst>
                  <a:ext uri="{FF2B5EF4-FFF2-40B4-BE49-F238E27FC236}">
                    <a16:creationId xmlns:a16="http://schemas.microsoft.com/office/drawing/2014/main" id="{2FF2F753-78E7-9E00-1A9F-75AB1A516F7F}"/>
                  </a:ext>
                </a:extLst>
              </p:cNvPr>
              <p:cNvSpPr/>
              <p:nvPr/>
            </p:nvSpPr>
            <p:spPr>
              <a:xfrm>
                <a:off x="11480741" y="3642198"/>
                <a:ext cx="259080" cy="259080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1ACBB4B0-D7DE-7AC8-C031-C0D60997FD4F}"/>
                  </a:ext>
                </a:extLst>
              </p:cNvPr>
              <p:cNvSpPr/>
              <p:nvPr/>
            </p:nvSpPr>
            <p:spPr>
              <a:xfrm>
                <a:off x="11480741" y="3901278"/>
                <a:ext cx="259080" cy="259080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80740B20-8C77-3F3D-BC88-9807B0786B84}"/>
                    </a:ext>
                  </a:extLst>
                </p:cNvPr>
                <p:cNvSpPr txBox="1"/>
                <p:nvPr/>
              </p:nvSpPr>
              <p:spPr>
                <a:xfrm>
                  <a:off x="2095123" y="4660428"/>
                  <a:ext cx="745024" cy="2945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𝒇𝒖𝒔𝒆𝒅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80740B20-8C77-3F3D-BC88-9807B0786B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5123" y="4660428"/>
                  <a:ext cx="745024" cy="294568"/>
                </a:xfrm>
                <a:prstGeom prst="rect">
                  <a:avLst/>
                </a:prstGeom>
                <a:blipFill>
                  <a:blip r:embed="rId26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CA360843-4D42-AD56-DEC7-2AF1EF426468}"/>
                </a:ext>
              </a:extLst>
            </p:cNvPr>
            <p:cNvSpPr/>
            <p:nvPr/>
          </p:nvSpPr>
          <p:spPr>
            <a:xfrm>
              <a:off x="1109567" y="2787401"/>
              <a:ext cx="1398402" cy="389265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</a:rPr>
                <a:t>Scaled Dot</a:t>
              </a:r>
            </a:p>
            <a:p>
              <a:pPr algn="ctr"/>
              <a:r>
                <a:rPr lang="en-US" altLang="zh-CN" sz="1000" b="1" dirty="0">
                  <a:solidFill>
                    <a:schemeClr val="tx1"/>
                  </a:solidFill>
                </a:rPr>
                <a:t>Product Attention</a:t>
              </a:r>
              <a:endParaRPr lang="zh-CN" altLang="en-US" sz="10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F0AEBA7F-D618-10C0-2058-9133FDF46D08}"/>
                </a:ext>
              </a:extLst>
            </p:cNvPr>
            <p:cNvGrpSpPr/>
            <p:nvPr/>
          </p:nvGrpSpPr>
          <p:grpSpPr>
            <a:xfrm>
              <a:off x="1603314" y="4047501"/>
              <a:ext cx="205454" cy="201617"/>
              <a:chOff x="9402051" y="4346434"/>
              <a:chExt cx="147857" cy="145096"/>
            </a:xfrm>
          </p:grpSpPr>
          <p:sp>
            <p:nvSpPr>
              <p:cNvPr id="218" name="椭圆 217">
                <a:extLst>
                  <a:ext uri="{FF2B5EF4-FFF2-40B4-BE49-F238E27FC236}">
                    <a16:creationId xmlns:a16="http://schemas.microsoft.com/office/drawing/2014/main" id="{79833CD9-B7DD-47AB-6C3F-81EE6D158929}"/>
                  </a:ext>
                </a:extLst>
              </p:cNvPr>
              <p:cNvSpPr/>
              <p:nvPr/>
            </p:nvSpPr>
            <p:spPr>
              <a:xfrm>
                <a:off x="9402051" y="4346434"/>
                <a:ext cx="147857" cy="1450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9" name="直接连接符 218">
                <a:extLst>
                  <a:ext uri="{FF2B5EF4-FFF2-40B4-BE49-F238E27FC236}">
                    <a16:creationId xmlns:a16="http://schemas.microsoft.com/office/drawing/2014/main" id="{25652FFE-68EA-12FC-8DD4-67AB9FEA7F9C}"/>
                  </a:ext>
                </a:extLst>
              </p:cNvPr>
              <p:cNvCxnSpPr>
                <a:cxnSpLocks/>
                <a:stCxn id="218" idx="3"/>
                <a:endCxn id="218" idx="7"/>
              </p:cNvCxnSpPr>
              <p:nvPr/>
            </p:nvCxnSpPr>
            <p:spPr>
              <a:xfrm flipV="1">
                <a:off x="9423707" y="4367691"/>
                <a:ext cx="104551" cy="10259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>
                <a:extLst>
                  <a:ext uri="{FF2B5EF4-FFF2-40B4-BE49-F238E27FC236}">
                    <a16:creationId xmlns:a16="http://schemas.microsoft.com/office/drawing/2014/main" id="{E4B7E920-C90F-3685-D2DE-769246EC9008}"/>
                  </a:ext>
                </a:extLst>
              </p:cNvPr>
              <p:cNvCxnSpPr>
                <a:cxnSpLocks/>
                <a:stCxn id="218" idx="1"/>
                <a:endCxn id="218" idx="5"/>
              </p:cNvCxnSpPr>
              <p:nvPr/>
            </p:nvCxnSpPr>
            <p:spPr>
              <a:xfrm>
                <a:off x="9423684" y="4367684"/>
                <a:ext cx="104551" cy="10259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连接符: 肘形 100">
              <a:extLst>
                <a:ext uri="{FF2B5EF4-FFF2-40B4-BE49-F238E27FC236}">
                  <a16:creationId xmlns:a16="http://schemas.microsoft.com/office/drawing/2014/main" id="{9168477F-0864-53CA-EDB5-46B4FFB2D5D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06693" y="1622072"/>
              <a:ext cx="897876" cy="477823"/>
            </a:xfrm>
            <a:prstGeom prst="bentConnector3">
              <a:avLst>
                <a:gd name="adj1" fmla="val 50000"/>
              </a:avLst>
            </a:prstGeom>
            <a:ln w="19050"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430F9AEC-7263-70AA-089F-1A42125242E9}"/>
                </a:ext>
              </a:extLst>
            </p:cNvPr>
            <p:cNvCxnSpPr>
              <a:cxnSpLocks/>
              <a:endCxn id="218" idx="0"/>
            </p:cNvCxnSpPr>
            <p:nvPr/>
          </p:nvCxnSpPr>
          <p:spPr>
            <a:xfrm>
              <a:off x="1706041" y="3429000"/>
              <a:ext cx="0" cy="6185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9204B851-8870-4F4F-3FD5-6A7057AC5BBE}"/>
                    </a:ext>
                  </a:extLst>
                </p:cNvPr>
                <p:cNvSpPr txBox="1"/>
                <p:nvPr/>
              </p:nvSpPr>
              <p:spPr>
                <a:xfrm>
                  <a:off x="1040101" y="3634517"/>
                  <a:ext cx="74502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𝑮𝒂𝒕𝒆𝒅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9204B851-8870-4F4F-3FD5-6A7057AC5B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101" y="3634517"/>
                  <a:ext cx="745024" cy="27699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10AA68D1-B552-19D8-693A-65CD83C8195B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>
              <a:off x="1808768" y="4148310"/>
              <a:ext cx="5267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1E500F32-4F60-192F-552C-8BF8D96FC739}"/>
                    </a:ext>
                  </a:extLst>
                </p:cNvPr>
                <p:cNvSpPr txBox="1"/>
                <p:nvPr/>
              </p:nvSpPr>
              <p:spPr>
                <a:xfrm>
                  <a:off x="938646" y="4474391"/>
                  <a:ext cx="745024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𝑺𝒌𝒊𝒑𝒑𝒆𝒅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𝑪𝒐𝒏𝒏𝒆𝒄𝒕𝒊𝒐𝒏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1E500F32-4F60-192F-552C-8BF8D96FC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646" y="4474391"/>
                  <a:ext cx="745024" cy="246221"/>
                </a:xfrm>
                <a:prstGeom prst="rect">
                  <a:avLst/>
                </a:prstGeom>
                <a:blipFill>
                  <a:blip r:embed="rId28"/>
                  <a:stretch>
                    <a:fillRect r="-868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D25D8D12-A4D6-3858-945F-8A019F71E04D}"/>
                </a:ext>
              </a:extLst>
            </p:cNvPr>
            <p:cNvSpPr txBox="1"/>
            <p:nvPr/>
          </p:nvSpPr>
          <p:spPr>
            <a:xfrm>
              <a:off x="838096" y="6074639"/>
              <a:ext cx="15921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Fusion Module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7DDE16F7-59D7-38BD-20F1-A977C3D5CC92}"/>
                </a:ext>
              </a:extLst>
            </p:cNvPr>
            <p:cNvGrpSpPr/>
            <p:nvPr/>
          </p:nvGrpSpPr>
          <p:grpSpPr>
            <a:xfrm>
              <a:off x="1221113" y="4151703"/>
              <a:ext cx="882663" cy="302202"/>
              <a:chOff x="9077325" y="4084237"/>
              <a:chExt cx="1104900" cy="370943"/>
            </a:xfrm>
          </p:grpSpPr>
          <p:cxnSp>
            <p:nvCxnSpPr>
              <p:cNvPr id="215" name="直接连接符 214">
                <a:extLst>
                  <a:ext uri="{FF2B5EF4-FFF2-40B4-BE49-F238E27FC236}">
                    <a16:creationId xmlns:a16="http://schemas.microsoft.com/office/drawing/2014/main" id="{27150585-9CA4-965C-E682-21D254112A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1675" y="4084894"/>
                <a:ext cx="0" cy="3702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连接符 215">
                <a:extLst>
                  <a:ext uri="{FF2B5EF4-FFF2-40B4-BE49-F238E27FC236}">
                    <a16:creationId xmlns:a16="http://schemas.microsoft.com/office/drawing/2014/main" id="{0E1F0ED4-CF6B-3A4B-2838-C9A74D7E2D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77325" y="4446238"/>
                <a:ext cx="1104900" cy="24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B41F997D-C4D0-4445-70B5-6F74BFD27B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74585" y="4084237"/>
                <a:ext cx="0" cy="36636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AF982A71-A095-D9AD-5345-099B204053CE}"/>
                </a:ext>
              </a:extLst>
            </p:cNvPr>
            <p:cNvSpPr/>
            <p:nvPr/>
          </p:nvSpPr>
          <p:spPr>
            <a:xfrm>
              <a:off x="2813019" y="2247109"/>
              <a:ext cx="295760" cy="382753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Head Layer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714150D5-93FE-24CE-6197-3B65FA581324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86" y="2765426"/>
              <a:ext cx="637952" cy="0"/>
            </a:xfrm>
            <a:prstGeom prst="line">
              <a:avLst/>
            </a:prstGeom>
            <a:ln w="28575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71CA827B-14B0-6F0F-B34B-4A6847529DA8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86" y="4161634"/>
              <a:ext cx="637952" cy="0"/>
            </a:xfrm>
            <a:prstGeom prst="line">
              <a:avLst/>
            </a:prstGeom>
            <a:ln w="28575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30BD4D94-B562-007D-6C99-70610F4652BD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86" y="5565809"/>
              <a:ext cx="637952" cy="0"/>
            </a:xfrm>
            <a:prstGeom prst="line">
              <a:avLst/>
            </a:prstGeom>
            <a:ln w="28575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63DCAB11-4796-3100-20D6-F210D1D358A1}"/>
                    </a:ext>
                  </a:extLst>
                </p:cNvPr>
                <p:cNvSpPr txBox="1"/>
                <p:nvPr/>
              </p:nvSpPr>
              <p:spPr>
                <a:xfrm>
                  <a:off x="3292051" y="2594975"/>
                  <a:ext cx="74502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𝑴𝒂𝒔𝒔</m:t>
                        </m:r>
                      </m:oMath>
                    </m:oMathPara>
                  </a14:m>
                  <a:endParaRPr lang="en-US" altLang="zh-CN" sz="1200" b="1" dirty="0"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dirty="0"/>
                    <a:t>Medium</a:t>
                  </a:r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63DCAB11-4796-3100-20D6-F210D1D35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2051" y="2594975"/>
                  <a:ext cx="745024" cy="461665"/>
                </a:xfrm>
                <a:prstGeom prst="rect">
                  <a:avLst/>
                </a:prstGeom>
                <a:blipFill>
                  <a:blip r:embed="rId29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B67EB481-27FF-0AB5-76A6-947380E51520}"/>
                    </a:ext>
                  </a:extLst>
                </p:cNvPr>
                <p:cNvSpPr txBox="1"/>
                <p:nvPr/>
              </p:nvSpPr>
              <p:spPr>
                <a:xfrm>
                  <a:off x="3200843" y="3942703"/>
                  <a:ext cx="104561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𝑺𝒕𝒊𝒇𝒇𝒏𝒆𝒔𝒔</m:t>
                        </m:r>
                      </m:oMath>
                    </m:oMathPara>
                  </a14:m>
                  <a:endParaRPr lang="en-US" altLang="zh-CN" sz="1200" b="1" dirty="0"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/>
                    <a:t>1.96 </a:t>
                  </a:r>
                  <a:r>
                    <a:rPr lang="en-US" altLang="zh-CN" sz="1200" dirty="0"/>
                    <a:t>N/mm</a:t>
                  </a:r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B67EB481-27FF-0AB5-76A6-947380E515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0843" y="3942703"/>
                  <a:ext cx="1045612" cy="461665"/>
                </a:xfrm>
                <a:prstGeom prst="rect">
                  <a:avLst/>
                </a:prstGeom>
                <a:blipFill>
                  <a:blip r:embed="rId30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B653B1FA-7FE0-21E5-6830-765508548CB4}"/>
                    </a:ext>
                  </a:extLst>
                </p:cNvPr>
                <p:cNvSpPr txBox="1"/>
                <p:nvPr/>
              </p:nvSpPr>
              <p:spPr>
                <a:xfrm>
                  <a:off x="3340826" y="5352501"/>
                  <a:ext cx="786673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𝑭𝒓𝒊𝒄𝒕𝒊𝒐𝒏</m:t>
                        </m:r>
                      </m:oMath>
                    </m:oMathPara>
                  </a14:m>
                  <a:endParaRPr lang="en-US" altLang="zh-CN" sz="1200" b="1" dirty="0"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dirty="0">
                      <a:cs typeface="Times New Roman" panose="02020603050405020304" pitchFamily="18" charset="0"/>
                    </a:rPr>
                    <a:t>Medium</a:t>
                  </a:r>
                </a:p>
                <a:p>
                  <a:pPr algn="ctr"/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B653B1FA-7FE0-21E5-6830-765508548C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826" y="5352501"/>
                  <a:ext cx="786673" cy="646331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EED4F6F3-64BB-C8C0-4C1A-DF310F2E8D00}"/>
                </a:ext>
              </a:extLst>
            </p:cNvPr>
            <p:cNvGrpSpPr/>
            <p:nvPr/>
          </p:nvGrpSpPr>
          <p:grpSpPr>
            <a:xfrm>
              <a:off x="-371991" y="4063381"/>
              <a:ext cx="147857" cy="158512"/>
              <a:chOff x="6775349" y="5551259"/>
              <a:chExt cx="147857" cy="158512"/>
            </a:xfrm>
          </p:grpSpPr>
          <p:sp>
            <p:nvSpPr>
              <p:cNvPr id="212" name="椭圆 211">
                <a:extLst>
                  <a:ext uri="{FF2B5EF4-FFF2-40B4-BE49-F238E27FC236}">
                    <a16:creationId xmlns:a16="http://schemas.microsoft.com/office/drawing/2014/main" id="{81F44F72-A10D-C846-C6D0-A8134AC75D0B}"/>
                  </a:ext>
                </a:extLst>
              </p:cNvPr>
              <p:cNvSpPr/>
              <p:nvPr/>
            </p:nvSpPr>
            <p:spPr>
              <a:xfrm>
                <a:off x="6775349" y="5551259"/>
                <a:ext cx="147857" cy="1450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3" name="直接连接符 212">
                <a:extLst>
                  <a:ext uri="{FF2B5EF4-FFF2-40B4-BE49-F238E27FC236}">
                    <a16:creationId xmlns:a16="http://schemas.microsoft.com/office/drawing/2014/main" id="{DB2D5C7B-3887-425D-9EBC-BE0074A1C43E}"/>
                  </a:ext>
                </a:extLst>
              </p:cNvPr>
              <p:cNvCxnSpPr>
                <a:stCxn id="212" idx="2"/>
                <a:endCxn id="212" idx="6"/>
              </p:cNvCxnSpPr>
              <p:nvPr/>
            </p:nvCxnSpPr>
            <p:spPr>
              <a:xfrm>
                <a:off x="6775349" y="5623807"/>
                <a:ext cx="147857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 213">
                <a:extLst>
                  <a:ext uri="{FF2B5EF4-FFF2-40B4-BE49-F238E27FC236}">
                    <a16:creationId xmlns:a16="http://schemas.microsoft.com/office/drawing/2014/main" id="{40F9F995-D325-08BE-8167-8122A757DAE2}"/>
                  </a:ext>
                </a:extLst>
              </p:cNvPr>
              <p:cNvCxnSpPr>
                <a:cxnSpLocks/>
                <a:stCxn id="212" idx="0"/>
              </p:cNvCxnSpPr>
              <p:nvPr/>
            </p:nvCxnSpPr>
            <p:spPr>
              <a:xfrm>
                <a:off x="6849278" y="5551259"/>
                <a:ext cx="0" cy="158512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76F1949A-E9E9-76E6-A28D-F2B0A02D4995}"/>
                </a:ext>
              </a:extLst>
            </p:cNvPr>
            <p:cNvGrpSpPr/>
            <p:nvPr/>
          </p:nvGrpSpPr>
          <p:grpSpPr>
            <a:xfrm>
              <a:off x="-368627" y="3036901"/>
              <a:ext cx="147857" cy="145096"/>
              <a:chOff x="6927749" y="5703659"/>
              <a:chExt cx="147857" cy="145096"/>
            </a:xfrm>
          </p:grpSpPr>
          <p:sp>
            <p:nvSpPr>
              <p:cNvPr id="209" name="椭圆 208">
                <a:extLst>
                  <a:ext uri="{FF2B5EF4-FFF2-40B4-BE49-F238E27FC236}">
                    <a16:creationId xmlns:a16="http://schemas.microsoft.com/office/drawing/2014/main" id="{9EC4DFE2-266A-8F99-BBCC-ECE8AAAD72D6}"/>
                  </a:ext>
                </a:extLst>
              </p:cNvPr>
              <p:cNvSpPr/>
              <p:nvPr/>
            </p:nvSpPr>
            <p:spPr>
              <a:xfrm>
                <a:off x="6927749" y="5703659"/>
                <a:ext cx="147857" cy="1450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0" name="直接连接符 209">
                <a:extLst>
                  <a:ext uri="{FF2B5EF4-FFF2-40B4-BE49-F238E27FC236}">
                    <a16:creationId xmlns:a16="http://schemas.microsoft.com/office/drawing/2014/main" id="{D6CFB251-BF18-9FAF-D1D5-0877C3182CAE}"/>
                  </a:ext>
                </a:extLst>
              </p:cNvPr>
              <p:cNvCxnSpPr>
                <a:cxnSpLocks/>
                <a:stCxn id="209" idx="2"/>
                <a:endCxn id="209" idx="6"/>
              </p:cNvCxnSpPr>
              <p:nvPr/>
            </p:nvCxnSpPr>
            <p:spPr>
              <a:xfrm>
                <a:off x="6927749" y="5776207"/>
                <a:ext cx="147857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>
                <a:extLst>
                  <a:ext uri="{FF2B5EF4-FFF2-40B4-BE49-F238E27FC236}">
                    <a16:creationId xmlns:a16="http://schemas.microsoft.com/office/drawing/2014/main" id="{93C29534-00E8-C01B-C2D8-0D3756528C70}"/>
                  </a:ext>
                </a:extLst>
              </p:cNvPr>
              <p:cNvCxnSpPr>
                <a:cxnSpLocks/>
                <a:stCxn id="209" idx="0"/>
                <a:endCxn id="209" idx="4"/>
              </p:cNvCxnSpPr>
              <p:nvPr/>
            </p:nvCxnSpPr>
            <p:spPr>
              <a:xfrm>
                <a:off x="7001678" y="5703659"/>
                <a:ext cx="0" cy="14509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BD43DDE6-66BD-85B3-965F-86F029316245}"/>
                </a:ext>
              </a:extLst>
            </p:cNvPr>
            <p:cNvSpPr/>
            <p:nvPr/>
          </p:nvSpPr>
          <p:spPr>
            <a:xfrm>
              <a:off x="-339972" y="4648322"/>
              <a:ext cx="83820" cy="746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6B404C13-E671-DD13-F624-52D2479452B7}"/>
                </a:ext>
              </a:extLst>
            </p:cNvPr>
            <p:cNvSpPr/>
            <p:nvPr/>
          </p:nvSpPr>
          <p:spPr>
            <a:xfrm>
              <a:off x="-339972" y="4783894"/>
              <a:ext cx="83820" cy="746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F554274E-9F57-9F63-E9A6-0D422C2D29DD}"/>
                </a:ext>
              </a:extLst>
            </p:cNvPr>
            <p:cNvSpPr/>
            <p:nvPr/>
          </p:nvSpPr>
          <p:spPr>
            <a:xfrm>
              <a:off x="-339972" y="4925064"/>
              <a:ext cx="83820" cy="746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D61554E1-4B23-F086-5F79-97F716D9148F}"/>
                    </a:ext>
                  </a:extLst>
                </p:cNvPr>
                <p:cNvSpPr txBox="1"/>
                <p:nvPr/>
              </p:nvSpPr>
              <p:spPr>
                <a:xfrm>
                  <a:off x="-2659451" y="3228529"/>
                  <a:ext cx="1098639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100" b="1" i="1" dirty="0">
                      <a:ea typeface="Calibri" panose="020F0502020204030204" pitchFamily="34" charset="0"/>
                      <a:cs typeface="Calibri" panose="020F0502020204030204" pitchFamily="34" charset="0"/>
                    </a:rPr>
                    <a:t>Sequence visual feature</a:t>
                  </a:r>
                </a:p>
                <a:p>
                  <a:pPr algn="ctr"/>
                  <a:r>
                    <a:rPr lang="en-US" altLang="zh-CN" sz="1100" b="1" dirty="0">
                      <a:ea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sub>
                      </m:sSub>
                    </m:oMath>
                  </a14:m>
                  <a:endParaRPr lang="zh-CN" altLang="en-US" sz="1100" b="1" i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D61554E1-4B23-F086-5F79-97F716D91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659451" y="3228529"/>
                  <a:ext cx="1098639" cy="600164"/>
                </a:xfrm>
                <a:prstGeom prst="rect">
                  <a:avLst/>
                </a:prstGeom>
                <a:blipFill>
                  <a:blip r:embed="rId32"/>
                  <a:stretch>
                    <a:fillRect t="-102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7219B5DC-045C-F26F-A367-B79F59C452ED}"/>
                    </a:ext>
                  </a:extLst>
                </p:cNvPr>
                <p:cNvSpPr txBox="1"/>
                <p:nvPr/>
              </p:nvSpPr>
              <p:spPr>
                <a:xfrm>
                  <a:off x="-2635106" y="5975641"/>
                  <a:ext cx="1098639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100" b="1" i="1" dirty="0">
                      <a:ea typeface="Calibri" panose="020F0502020204030204" pitchFamily="34" charset="0"/>
                      <a:cs typeface="Calibri" panose="020F0502020204030204" pitchFamily="34" charset="0"/>
                    </a:rPr>
                    <a:t>Sequence tactile feature</a:t>
                  </a:r>
                </a:p>
                <a:p>
                  <a:pPr algn="ctr"/>
                  <a:r>
                    <a:rPr lang="en-US" altLang="zh-CN" sz="1100" b="1" dirty="0">
                      <a:ea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1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b>
                      </m:sSub>
                    </m:oMath>
                  </a14:m>
                  <a:endParaRPr lang="zh-CN" altLang="en-US" sz="1100" b="1" i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7219B5DC-045C-F26F-A367-B79F59C45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635106" y="5975641"/>
                  <a:ext cx="1098639" cy="600164"/>
                </a:xfrm>
                <a:prstGeom prst="rect">
                  <a:avLst/>
                </a:prstGeom>
                <a:blipFill>
                  <a:blip r:embed="rId33"/>
                  <a:stretch>
                    <a:fillRect t="-102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B129BF3A-2CB8-E398-6B17-6F446DFD7DEC}"/>
                </a:ext>
              </a:extLst>
            </p:cNvPr>
            <p:cNvSpPr txBox="1"/>
            <p:nvPr/>
          </p:nvSpPr>
          <p:spPr>
            <a:xfrm>
              <a:off x="-6817148" y="100877"/>
              <a:ext cx="48956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image shows a object will </a:t>
              </a:r>
              <a:r>
                <a:rPr lang="en-US" altLang="zh-CN" sz="105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be grasped…</a:t>
              </a:r>
              <a:endParaRPr lang="en-US" altLang="zh-CN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altLang="zh-CN" sz="105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Important observation rule:</a:t>
              </a:r>
            </a:p>
            <a:p>
              <a:r>
                <a:rPr lang="en-US" altLang="zh-CN" sz="105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Focus ONLY on the object being held by the gripper or hand. Ignore the robot hand, gripper, sensors, cameras… </a:t>
              </a:r>
              <a:r>
                <a:rPr lang="en-US" altLang="zh-CN" sz="105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Reasoning rules: </a:t>
              </a:r>
              <a:r>
                <a:rPr lang="en-US" altLang="zh-CN" sz="105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...</a:t>
              </a:r>
              <a:r>
                <a:rPr lang="en-US" altLang="zh-CN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sz="105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Output structure:</a:t>
              </a:r>
              <a:r>
                <a:rPr lang="en-US" altLang="zh-CN" sz="105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...</a:t>
              </a:r>
              <a:r>
                <a:rPr lang="en-US" altLang="zh-CN" sz="105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Example output: </a:t>
              </a:r>
              <a:r>
                <a:rPr lang="en-US" altLang="zh-CN" sz="105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...</a:t>
              </a:r>
              <a:endParaRPr lang="zh-CN" altLang="en-US" dirty="0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E149BD74-6455-0886-2B18-C8A8C6D25048}"/>
                </a:ext>
              </a:extLst>
            </p:cNvPr>
            <p:cNvSpPr/>
            <p:nvPr/>
          </p:nvSpPr>
          <p:spPr>
            <a:xfrm>
              <a:off x="-6791521" y="112502"/>
              <a:ext cx="4724400" cy="731166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9BD5A26E-5DB5-54A1-F752-1DF5D936D55C}"/>
                </a:ext>
              </a:extLst>
            </p:cNvPr>
            <p:cNvCxnSpPr>
              <a:cxnSpLocks/>
            </p:cNvCxnSpPr>
            <p:nvPr/>
          </p:nvCxnSpPr>
          <p:spPr>
            <a:xfrm>
              <a:off x="-2010433" y="463458"/>
              <a:ext cx="359174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C46657D3-27FA-A893-4591-64582202000F}"/>
                </a:ext>
              </a:extLst>
            </p:cNvPr>
            <p:cNvSpPr/>
            <p:nvPr/>
          </p:nvSpPr>
          <p:spPr>
            <a:xfrm>
              <a:off x="1629171" y="2309921"/>
              <a:ext cx="359194" cy="33491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</a:rPr>
                <a:t>K</a:t>
              </a:r>
              <a:endParaRPr lang="zh-CN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8E5A0496-B78C-DE3B-B079-FAECC7EB51F1}"/>
                </a:ext>
              </a:extLst>
            </p:cNvPr>
            <p:cNvSpPr/>
            <p:nvPr/>
          </p:nvSpPr>
          <p:spPr>
            <a:xfrm>
              <a:off x="2125452" y="2311860"/>
              <a:ext cx="359194" cy="33491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</a:rPr>
                <a:t>V</a:t>
              </a:r>
              <a:endParaRPr lang="zh-CN" altLang="en-US" sz="1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365E1FDA-02E1-29FD-402E-23EBF8FB156C}"/>
                </a:ext>
              </a:extLst>
            </p:cNvPr>
            <p:cNvCxnSpPr>
              <a:cxnSpLocks/>
              <a:stCxn id="52" idx="3"/>
              <a:endCxn id="218" idx="2"/>
            </p:cNvCxnSpPr>
            <p:nvPr/>
          </p:nvCxnSpPr>
          <p:spPr>
            <a:xfrm flipV="1">
              <a:off x="815559" y="4148310"/>
              <a:ext cx="787755" cy="7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连接符: 肘形 127">
              <a:extLst>
                <a:ext uri="{FF2B5EF4-FFF2-40B4-BE49-F238E27FC236}">
                  <a16:creationId xmlns:a16="http://schemas.microsoft.com/office/drawing/2014/main" id="{D866DFD0-F6C2-9E54-D867-13D1E5C15456}"/>
                </a:ext>
              </a:extLst>
            </p:cNvPr>
            <p:cNvCxnSpPr>
              <a:endCxn id="125" idx="0"/>
            </p:cNvCxnSpPr>
            <p:nvPr/>
          </p:nvCxnSpPr>
          <p:spPr>
            <a:xfrm rot="10800000" flipV="1">
              <a:off x="1808768" y="1845265"/>
              <a:ext cx="515332" cy="464655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连接符: 肘形 128">
              <a:extLst>
                <a:ext uri="{FF2B5EF4-FFF2-40B4-BE49-F238E27FC236}">
                  <a16:creationId xmlns:a16="http://schemas.microsoft.com/office/drawing/2014/main" id="{945EAAEC-E003-FAEB-77E4-B777CF25C004}"/>
                </a:ext>
              </a:extLst>
            </p:cNvPr>
            <p:cNvCxnSpPr>
              <a:endCxn id="95" idx="1"/>
            </p:cNvCxnSpPr>
            <p:nvPr/>
          </p:nvCxnSpPr>
          <p:spPr>
            <a:xfrm rot="5400000" flipH="1" flipV="1">
              <a:off x="177765" y="3224618"/>
              <a:ext cx="1684253" cy="189781"/>
            </a:xfrm>
            <a:prstGeom prst="bentConnector2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8C548EE3-FB18-76C1-5E60-CEFBD5A41704}"/>
                </a:ext>
              </a:extLst>
            </p:cNvPr>
            <p:cNvSpPr txBox="1"/>
            <p:nvPr/>
          </p:nvSpPr>
          <p:spPr>
            <a:xfrm>
              <a:off x="-6749151" y="6614735"/>
              <a:ext cx="513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</a:t>
              </a:r>
              <a:endPara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5C02651-B044-BF85-1143-4ECC92066EF2}"/>
                </a:ext>
              </a:extLst>
            </p:cNvPr>
            <p:cNvGrpSpPr/>
            <p:nvPr/>
          </p:nvGrpSpPr>
          <p:grpSpPr>
            <a:xfrm>
              <a:off x="3847845" y="110436"/>
              <a:ext cx="5419251" cy="6830178"/>
              <a:chOff x="10769345" y="0"/>
              <a:chExt cx="5419251" cy="68301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6D364699-6CDE-E6F2-41B8-BA213B470CE8}"/>
                      </a:ext>
                    </a:extLst>
                  </p:cNvPr>
                  <p:cNvSpPr txBox="1"/>
                  <p:nvPr/>
                </p:nvSpPr>
                <p:spPr>
                  <a:xfrm>
                    <a:off x="10769345" y="6399291"/>
                    <a:ext cx="110397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100" b="1" dirty="0">
                        <a:cs typeface="Times New Roman" panose="02020603050405020304" pitchFamily="18" charset="0"/>
                      </a:rPr>
                      <a:t>Tactile Window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1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11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</m:sub>
                        </m:sSub>
                      </m:oMath>
                    </a14:m>
                    <a:endParaRPr lang="zh-CN" altLang="en-US" sz="1100" b="1" i="1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6D364699-6CDE-E6F2-41B8-BA213B470C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69345" y="6399291"/>
                    <a:ext cx="1103977" cy="430887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t="-1408" b="-845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8EBE2DB-B5D5-E1DA-0D18-2D45C732803A}"/>
                  </a:ext>
                </a:extLst>
              </p:cNvPr>
              <p:cNvSpPr txBox="1"/>
              <p:nvPr/>
            </p:nvSpPr>
            <p:spPr>
              <a:xfrm>
                <a:off x="10966392" y="3428460"/>
                <a:ext cx="7916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Contact</a:t>
                </a:r>
                <a:endParaRPr lang="zh-CN" altLang="en-US" sz="120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82520138-9B3C-0C0B-FD1B-3E5D1FD7BB12}"/>
                  </a:ext>
                </a:extLst>
              </p:cNvPr>
              <p:cNvSpPr/>
              <p:nvPr/>
            </p:nvSpPr>
            <p:spPr>
              <a:xfrm>
                <a:off x="12789084" y="147687"/>
                <a:ext cx="3301998" cy="124266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E80B6F3B-7C2C-8849-A32E-4186A693E7E8}"/>
                  </a:ext>
                </a:extLst>
              </p:cNvPr>
              <p:cNvSpPr/>
              <p:nvPr/>
            </p:nvSpPr>
            <p:spPr>
              <a:xfrm>
                <a:off x="11169833" y="147688"/>
                <a:ext cx="1619250" cy="124266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AA77388D-0AD3-DA6D-2E0D-165D1F1D061A}"/>
                  </a:ext>
                </a:extLst>
              </p:cNvPr>
              <p:cNvSpPr/>
              <p:nvPr/>
            </p:nvSpPr>
            <p:spPr>
              <a:xfrm>
                <a:off x="14563537" y="4682114"/>
                <a:ext cx="1503986" cy="63511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 dirty="0">
                    <a:solidFill>
                      <a:schemeClr val="tx1"/>
                    </a:solidFill>
                  </a:rPr>
                  <a:t>Transformer Encoder</a:t>
                </a:r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9405231-101B-3777-0C98-47AE43982243}"/>
                  </a:ext>
                </a:extLst>
              </p:cNvPr>
              <p:cNvSpPr/>
              <p:nvPr/>
            </p:nvSpPr>
            <p:spPr>
              <a:xfrm>
                <a:off x="11221199" y="2363800"/>
                <a:ext cx="3265497" cy="63511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 dirty="0">
                    <a:solidFill>
                      <a:schemeClr val="tx1"/>
                    </a:solidFill>
                  </a:rPr>
                  <a:t>Transformer Encoder</a:t>
                </a:r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340A334F-A9AA-9FB4-1224-94D2F0285982}"/>
                  </a:ext>
                </a:extLst>
              </p:cNvPr>
              <p:cNvSpPr/>
              <p:nvPr/>
            </p:nvSpPr>
            <p:spPr>
              <a:xfrm>
                <a:off x="14802872" y="2363800"/>
                <a:ext cx="1190597" cy="63511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 dirty="0">
                    <a:solidFill>
                      <a:schemeClr val="tx1"/>
                    </a:solidFill>
                  </a:rPr>
                  <a:t>Transformer Decoder</a:t>
                </a:r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79E9E60C-D699-E67E-FDC7-791AAA0D60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47595" y="91274"/>
                <a:ext cx="0" cy="604652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88162895-E2ED-3C04-4F98-41ED5BEAEFFA}"/>
                  </a:ext>
                </a:extLst>
              </p:cNvPr>
              <p:cNvSpPr/>
              <p:nvPr/>
            </p:nvSpPr>
            <p:spPr>
              <a:xfrm>
                <a:off x="11569965" y="3741155"/>
                <a:ext cx="1698995" cy="40957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Voting and Discretization</a:t>
                </a:r>
                <a:endPara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41" name="Picture 2" descr="12,700+ Robotic Arm Icon Stock Illustrations, Royalty-Free Vector Graphics  &amp; Clip Art - iStock">
                <a:extLst>
                  <a:ext uri="{FF2B5EF4-FFF2-40B4-BE49-F238E27FC236}">
                    <a16:creationId xmlns:a16="http://schemas.microsoft.com/office/drawing/2014/main" id="{08D77D61-17A9-3058-02B0-89F410995F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723385" y="1461467"/>
                <a:ext cx="438446" cy="4473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5A8E25AA-DF6A-C538-2239-7D2764295E93}"/>
                  </a:ext>
                </a:extLst>
              </p:cNvPr>
              <p:cNvSpPr txBox="1"/>
              <p:nvPr/>
            </p:nvSpPr>
            <p:spPr>
              <a:xfrm>
                <a:off x="12681464" y="3426764"/>
                <a:ext cx="11820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Wrist image</a:t>
                </a:r>
                <a:endParaRPr lang="zh-CN" altLang="en-US" sz="12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3E89282E-0797-CA77-6785-01CAE783AB38}"/>
                  </a:ext>
                </a:extLst>
              </p:cNvPr>
              <p:cNvSpPr/>
              <p:nvPr/>
            </p:nvSpPr>
            <p:spPr>
              <a:xfrm>
                <a:off x="14219923" y="3129843"/>
                <a:ext cx="266773" cy="27219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58BCD83F-78A3-568F-2904-2D457F9CDE3E}"/>
                  </a:ext>
                </a:extLst>
              </p:cNvPr>
              <p:cNvSpPr/>
              <p:nvPr/>
            </p:nvSpPr>
            <p:spPr>
              <a:xfrm>
                <a:off x="13848076" y="3128110"/>
                <a:ext cx="266773" cy="27219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FB7C6EA5-4C35-8FD4-0139-8E0A0CA1C6CB}"/>
                  </a:ext>
                </a:extLst>
              </p:cNvPr>
              <p:cNvSpPr/>
              <p:nvPr/>
            </p:nvSpPr>
            <p:spPr>
              <a:xfrm>
                <a:off x="11236021" y="3129843"/>
                <a:ext cx="266773" cy="272191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27399337-4158-71B0-2EFC-A3CC8EE9C65F}"/>
                  </a:ext>
                </a:extLst>
              </p:cNvPr>
              <p:cNvSpPr/>
              <p:nvPr/>
            </p:nvSpPr>
            <p:spPr>
              <a:xfrm>
                <a:off x="11724247" y="3128110"/>
                <a:ext cx="266773" cy="27219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64C67369-142F-4015-CBB7-6C9BAE1C56B4}"/>
                  </a:ext>
                </a:extLst>
              </p:cNvPr>
              <p:cNvSpPr/>
              <p:nvPr/>
            </p:nvSpPr>
            <p:spPr>
              <a:xfrm>
                <a:off x="12083380" y="3128110"/>
                <a:ext cx="266773" cy="27219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C8DC3A89-2D21-B4ED-7A70-B7188C802298}"/>
                  </a:ext>
                </a:extLst>
              </p:cNvPr>
              <p:cNvSpPr/>
              <p:nvPr/>
            </p:nvSpPr>
            <p:spPr>
              <a:xfrm>
                <a:off x="12456859" y="3128110"/>
                <a:ext cx="266773" cy="27219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64915B0B-4A96-606F-D018-C3D25CA02980}"/>
                  </a:ext>
                </a:extLst>
              </p:cNvPr>
              <p:cNvSpPr txBox="1"/>
              <p:nvPr/>
            </p:nvSpPr>
            <p:spPr>
              <a:xfrm>
                <a:off x="13660314" y="3431579"/>
                <a:ext cx="6644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Joints</a:t>
                </a:r>
                <a:endParaRPr lang="zh-CN" altLang="en-US" sz="12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8CBB6D5-8D27-447B-6B99-B34B85414B8F}"/>
                  </a:ext>
                </a:extLst>
              </p:cNvPr>
              <p:cNvSpPr txBox="1"/>
              <p:nvPr/>
            </p:nvSpPr>
            <p:spPr>
              <a:xfrm>
                <a:off x="14859422" y="4376907"/>
                <a:ext cx="1246158" cy="277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style variable:</a:t>
                </a:r>
                <a:r>
                  <a:rPr lang="zh-CN" altLang="en-US" sz="12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i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zh-CN" altLang="en-US" sz="1200" i="1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FFF1E16E-E55D-7443-4C65-A61A68BAE87F}"/>
                  </a:ext>
                </a:extLst>
              </p:cNvPr>
              <p:cNvSpPr txBox="1"/>
              <p:nvPr/>
            </p:nvSpPr>
            <p:spPr>
              <a:xfrm>
                <a:off x="11487946" y="3425361"/>
                <a:ext cx="14759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Property token</a:t>
                </a:r>
                <a:endParaRPr lang="zh-CN" alt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F6C8932-A4F9-4CDA-D8EA-A620DE0DAFE0}"/>
                  </a:ext>
                </a:extLst>
              </p:cNvPr>
              <p:cNvSpPr/>
              <p:nvPr/>
            </p:nvSpPr>
            <p:spPr>
              <a:xfrm>
                <a:off x="11205762" y="1901841"/>
                <a:ext cx="266773" cy="27219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FF2577EA-81F5-3CA8-03CB-45301910BC45}"/>
                  </a:ext>
                </a:extLst>
              </p:cNvPr>
              <p:cNvSpPr/>
              <p:nvPr/>
            </p:nvSpPr>
            <p:spPr>
              <a:xfrm>
                <a:off x="11641120" y="1901841"/>
                <a:ext cx="266773" cy="27219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D005C455-7F16-C0B7-59D5-0D8C55ECFE11}"/>
                  </a:ext>
                </a:extLst>
              </p:cNvPr>
              <p:cNvSpPr/>
              <p:nvPr/>
            </p:nvSpPr>
            <p:spPr>
              <a:xfrm>
                <a:off x="12046216" y="1901841"/>
                <a:ext cx="266773" cy="27219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C5AFDDF1-D8B4-CEC8-B6EE-14888BFAB9BC}"/>
                  </a:ext>
                </a:extLst>
              </p:cNvPr>
              <p:cNvSpPr/>
              <p:nvPr/>
            </p:nvSpPr>
            <p:spPr>
              <a:xfrm>
                <a:off x="12451313" y="1901841"/>
                <a:ext cx="266773" cy="27219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7AAC58A7-64F3-B15A-3837-178544A40939}"/>
                  </a:ext>
                </a:extLst>
              </p:cNvPr>
              <p:cNvSpPr/>
              <p:nvPr/>
            </p:nvSpPr>
            <p:spPr>
              <a:xfrm>
                <a:off x="12830483" y="1901841"/>
                <a:ext cx="266773" cy="27219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C0D32549-5F6C-0169-0293-6B1C5091A6D6}"/>
                  </a:ext>
                </a:extLst>
              </p:cNvPr>
              <p:cNvSpPr/>
              <p:nvPr/>
            </p:nvSpPr>
            <p:spPr>
              <a:xfrm>
                <a:off x="13373903" y="1901841"/>
                <a:ext cx="266773" cy="27219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818AC33C-946C-7969-6864-B1011B933D61}"/>
                  </a:ext>
                </a:extLst>
              </p:cNvPr>
              <p:cNvSpPr/>
              <p:nvPr/>
            </p:nvSpPr>
            <p:spPr>
              <a:xfrm>
                <a:off x="13822854" y="1901841"/>
                <a:ext cx="266773" cy="27219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D71ED025-3822-82B2-6CB2-7FCA2B8D0668}"/>
                  </a:ext>
                </a:extLst>
              </p:cNvPr>
              <p:cNvSpPr/>
              <p:nvPr/>
            </p:nvSpPr>
            <p:spPr>
              <a:xfrm>
                <a:off x="14208191" y="1901841"/>
                <a:ext cx="266773" cy="27219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4F669675-A219-EAFC-7CE2-3A8E20C68BE0}"/>
                  </a:ext>
                </a:extLst>
              </p:cNvPr>
              <p:cNvSpPr txBox="1"/>
              <p:nvPr/>
            </p:nvSpPr>
            <p:spPr>
              <a:xfrm>
                <a:off x="12989814" y="1904880"/>
                <a:ext cx="508843" cy="293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…</a:t>
                </a:r>
                <a:endParaRPr lang="zh-CN" altLang="en-US" b="1" dirty="0"/>
              </a:p>
            </p:txBody>
          </p:sp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2C042E40-536B-EBE4-EBCE-A18520B024E8}"/>
                  </a:ext>
                </a:extLst>
              </p:cNvPr>
              <p:cNvSpPr/>
              <p:nvPr/>
            </p:nvSpPr>
            <p:spPr>
              <a:xfrm>
                <a:off x="11137216" y="1834226"/>
                <a:ext cx="3384060" cy="383397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2" name="连接符: 曲线 161">
                <a:extLst>
                  <a:ext uri="{FF2B5EF4-FFF2-40B4-BE49-F238E27FC236}">
                    <a16:creationId xmlns:a16="http://schemas.microsoft.com/office/drawing/2014/main" id="{22BFEBA1-BFD8-16BD-1CD0-3791D86E07CB}"/>
                  </a:ext>
                </a:extLst>
              </p:cNvPr>
              <p:cNvCxnSpPr>
                <a:cxnSpLocks/>
                <a:stCxn id="161" idx="3"/>
                <a:endCxn id="138" idx="1"/>
              </p:cNvCxnSpPr>
              <p:nvPr/>
            </p:nvCxnSpPr>
            <p:spPr>
              <a:xfrm>
                <a:off x="14521276" y="2025925"/>
                <a:ext cx="281597" cy="655430"/>
              </a:xfrm>
              <a:prstGeom prst="curvedConnector3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F2739C0E-EBD2-BF3E-ED57-C13D6A669588}"/>
                  </a:ext>
                </a:extLst>
              </p:cNvPr>
              <p:cNvSpPr/>
              <p:nvPr/>
            </p:nvSpPr>
            <p:spPr>
              <a:xfrm>
                <a:off x="14802872" y="3251767"/>
                <a:ext cx="266773" cy="2721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534E113F-52DC-0080-4E3A-3820F11F5AB3}"/>
                  </a:ext>
                </a:extLst>
              </p:cNvPr>
              <p:cNvSpPr/>
              <p:nvPr/>
            </p:nvSpPr>
            <p:spPr>
              <a:xfrm>
                <a:off x="14552454" y="5428683"/>
                <a:ext cx="266773" cy="27219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C3439599-B174-A6FC-D004-1C89FD8A0B04}"/>
                  </a:ext>
                </a:extLst>
              </p:cNvPr>
              <p:cNvSpPr/>
              <p:nvPr/>
            </p:nvSpPr>
            <p:spPr>
              <a:xfrm>
                <a:off x="14887153" y="5428683"/>
                <a:ext cx="266773" cy="27219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921FFB18-BB07-4B12-45C8-2B8C8021044B}"/>
                  </a:ext>
                </a:extLst>
              </p:cNvPr>
              <p:cNvSpPr/>
              <p:nvPr/>
            </p:nvSpPr>
            <p:spPr>
              <a:xfrm>
                <a:off x="15104227" y="3251767"/>
                <a:ext cx="266773" cy="2721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0"/>
                      <a:lumOff val="100000"/>
                    </a:schemeClr>
                  </a:gs>
                  <a:gs pos="35000">
                    <a:schemeClr val="accent1">
                      <a:lumMod val="0"/>
                      <a:lumOff val="100000"/>
                    </a:schemeClr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672BEEF4-EEC7-E3FB-9FAA-D79FB7447E7F}"/>
                  </a:ext>
                </a:extLst>
              </p:cNvPr>
              <p:cNvSpPr/>
              <p:nvPr/>
            </p:nvSpPr>
            <p:spPr>
              <a:xfrm>
                <a:off x="15410521" y="3251767"/>
                <a:ext cx="266773" cy="2721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46000">
                    <a:schemeClr val="accent1">
                      <a:lumMod val="95000"/>
                      <a:lumOff val="5000"/>
                    </a:schemeClr>
                  </a:gs>
                  <a:gs pos="100000">
                    <a:schemeClr val="accent1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A5C879E6-453C-3CE5-7BD6-ED98D2D2080E}"/>
                  </a:ext>
                </a:extLst>
              </p:cNvPr>
              <p:cNvSpPr/>
              <p:nvPr/>
            </p:nvSpPr>
            <p:spPr>
              <a:xfrm>
                <a:off x="15716815" y="3251767"/>
                <a:ext cx="266773" cy="2721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89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F4C3BC16-85E4-D6EF-9A26-8BF81C7E7F56}"/>
                  </a:ext>
                </a:extLst>
              </p:cNvPr>
              <p:cNvSpPr/>
              <p:nvPr/>
            </p:nvSpPr>
            <p:spPr>
              <a:xfrm>
                <a:off x="14827569" y="1901841"/>
                <a:ext cx="266773" cy="2721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2B1591E7-C078-13F4-7DF0-7B3C1FBFAB9D}"/>
                  </a:ext>
                </a:extLst>
              </p:cNvPr>
              <p:cNvSpPr/>
              <p:nvPr/>
            </p:nvSpPr>
            <p:spPr>
              <a:xfrm>
                <a:off x="15128924" y="1901841"/>
                <a:ext cx="266773" cy="2721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0"/>
                      <a:lumOff val="100000"/>
                    </a:schemeClr>
                  </a:gs>
                  <a:gs pos="35000">
                    <a:schemeClr val="accent1">
                      <a:lumMod val="0"/>
                      <a:lumOff val="100000"/>
                    </a:schemeClr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F504A268-28BC-291E-DE9F-8CE207C2CF45}"/>
                  </a:ext>
                </a:extLst>
              </p:cNvPr>
              <p:cNvSpPr/>
              <p:nvPr/>
            </p:nvSpPr>
            <p:spPr>
              <a:xfrm>
                <a:off x="15435218" y="1901841"/>
                <a:ext cx="266773" cy="2721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46000">
                    <a:schemeClr val="accent1">
                      <a:lumMod val="95000"/>
                      <a:lumOff val="5000"/>
                    </a:schemeClr>
                  </a:gs>
                  <a:gs pos="100000">
                    <a:schemeClr val="accent1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BC0D171B-CD25-8BBA-3A7A-C704A22465CC}"/>
                  </a:ext>
                </a:extLst>
              </p:cNvPr>
              <p:cNvSpPr/>
              <p:nvPr/>
            </p:nvSpPr>
            <p:spPr>
              <a:xfrm>
                <a:off x="15741512" y="1901841"/>
                <a:ext cx="266773" cy="2721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89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53E837A1-1D3F-4777-C5B6-375AAC530992}"/>
                  </a:ext>
                </a:extLst>
              </p:cNvPr>
              <p:cNvSpPr/>
              <p:nvPr/>
            </p:nvSpPr>
            <p:spPr>
              <a:xfrm>
                <a:off x="15229269" y="5415983"/>
                <a:ext cx="266773" cy="2721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2990B0B3-49C1-414D-B3D4-6B758CB59B28}"/>
                  </a:ext>
                </a:extLst>
              </p:cNvPr>
              <p:cNvSpPr/>
              <p:nvPr/>
            </p:nvSpPr>
            <p:spPr>
              <a:xfrm>
                <a:off x="15792455" y="5415983"/>
                <a:ext cx="266773" cy="2721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89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5F9D9CE2-2E43-60DB-446A-30BD45A26ED2}"/>
                  </a:ext>
                </a:extLst>
              </p:cNvPr>
              <p:cNvSpPr txBox="1"/>
              <p:nvPr/>
            </p:nvSpPr>
            <p:spPr>
              <a:xfrm>
                <a:off x="15381184" y="5421426"/>
                <a:ext cx="508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…</a:t>
                </a:r>
                <a:endParaRPr lang="zh-CN" altLang="en-US" b="1" dirty="0"/>
              </a:p>
            </p:txBody>
          </p:sp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ADB781BD-1288-8324-C261-D22202790246}"/>
                  </a:ext>
                </a:extLst>
              </p:cNvPr>
              <p:cNvSpPr txBox="1"/>
              <p:nvPr/>
            </p:nvSpPr>
            <p:spPr>
              <a:xfrm>
                <a:off x="14831780" y="3519290"/>
                <a:ext cx="1330159" cy="244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 embeddings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187BE1CE-7D90-A7E2-BA6A-6BE4142BAE7A}"/>
                  </a:ext>
                </a:extLst>
              </p:cNvPr>
              <p:cNvSpPr txBox="1"/>
              <p:nvPr/>
            </p:nvSpPr>
            <p:spPr>
              <a:xfrm>
                <a:off x="15108538" y="5723396"/>
                <a:ext cx="1080058" cy="244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 seq.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AAC44BD2-ACF5-4811-BD82-8D7CE17D21D3}"/>
                  </a:ext>
                </a:extLst>
              </p:cNvPr>
              <p:cNvSpPr txBox="1"/>
              <p:nvPr/>
            </p:nvSpPr>
            <p:spPr>
              <a:xfrm>
                <a:off x="14941625" y="1624842"/>
                <a:ext cx="10851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 seq.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B8A9E7BD-AE94-5312-3F48-77740BFAA06A}"/>
                  </a:ext>
                </a:extLst>
              </p:cNvPr>
              <p:cNvSpPr txBox="1"/>
              <p:nvPr/>
            </p:nvSpPr>
            <p:spPr>
              <a:xfrm>
                <a:off x="14684233" y="5696995"/>
                <a:ext cx="664462" cy="244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joints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F64CFECB-2102-FC36-0AF2-D9A7CED5647A}"/>
                  </a:ext>
                </a:extLst>
              </p:cNvPr>
              <p:cNvSpPr txBox="1"/>
              <p:nvPr/>
            </p:nvSpPr>
            <p:spPr>
              <a:xfrm>
                <a:off x="14350241" y="5703345"/>
                <a:ext cx="664462" cy="244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[CLS]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1" name="矩形: 圆角 180">
                <a:extLst>
                  <a:ext uri="{FF2B5EF4-FFF2-40B4-BE49-F238E27FC236}">
                    <a16:creationId xmlns:a16="http://schemas.microsoft.com/office/drawing/2014/main" id="{51FE9E01-DBA2-1D35-6CBD-EFE7E4E4C0FB}"/>
                  </a:ext>
                </a:extLst>
              </p:cNvPr>
              <p:cNvSpPr/>
              <p:nvPr/>
            </p:nvSpPr>
            <p:spPr>
              <a:xfrm>
                <a:off x="15193448" y="5358588"/>
                <a:ext cx="888006" cy="398856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F7C7B3FB-5730-9737-2270-10967A34BEDB}"/>
                  </a:ext>
                </a:extLst>
              </p:cNvPr>
              <p:cNvSpPr/>
              <p:nvPr/>
            </p:nvSpPr>
            <p:spPr>
              <a:xfrm>
                <a:off x="11588025" y="4226665"/>
                <a:ext cx="1708150" cy="26103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 err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ViTacPhys</a:t>
                </a:r>
                <a:endParaRPr lang="en-US" altLang="zh-CN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pic>
            <p:nvPicPr>
              <p:cNvPr id="183" name="图片 182">
                <a:extLst>
                  <a:ext uri="{FF2B5EF4-FFF2-40B4-BE49-F238E27FC236}">
                    <a16:creationId xmlns:a16="http://schemas.microsoft.com/office/drawing/2014/main" id="{A74BDF97-141F-786D-9D92-05CF56E7BF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83431" y="5152350"/>
                <a:ext cx="289196" cy="1261323"/>
              </a:xfrm>
              <a:prstGeom prst="rect">
                <a:avLst/>
              </a:prstGeom>
              <a:ln>
                <a:solidFill>
                  <a:schemeClr val="bg2"/>
                </a:solidFill>
              </a:ln>
            </p:spPr>
          </p:pic>
          <p:grpSp>
            <p:nvGrpSpPr>
              <p:cNvPr id="184" name="组合 183">
                <a:extLst>
                  <a:ext uri="{FF2B5EF4-FFF2-40B4-BE49-F238E27FC236}">
                    <a16:creationId xmlns:a16="http://schemas.microsoft.com/office/drawing/2014/main" id="{52914BA9-35A9-11AB-1245-B1A05C925A0F}"/>
                  </a:ext>
                </a:extLst>
              </p:cNvPr>
              <p:cNvGrpSpPr/>
              <p:nvPr/>
            </p:nvGrpSpPr>
            <p:grpSpPr>
              <a:xfrm>
                <a:off x="11597080" y="4723377"/>
                <a:ext cx="1414252" cy="1050205"/>
                <a:chOff x="6330000" y="4161634"/>
                <a:chExt cx="2471439" cy="607477"/>
              </a:xfrm>
            </p:grpSpPr>
            <p:sp>
              <p:nvSpPr>
                <p:cNvPr id="207" name="矩形 206">
                  <a:extLst>
                    <a:ext uri="{FF2B5EF4-FFF2-40B4-BE49-F238E27FC236}">
                      <a16:creationId xmlns:a16="http://schemas.microsoft.com/office/drawing/2014/main" id="{FE9869A1-7344-5BDD-1856-004627873B9B}"/>
                    </a:ext>
                  </a:extLst>
                </p:cNvPr>
                <p:cNvSpPr/>
                <p:nvPr/>
              </p:nvSpPr>
              <p:spPr>
                <a:xfrm>
                  <a:off x="6373091" y="4161634"/>
                  <a:ext cx="2369072" cy="607477"/>
                </a:xfrm>
                <a:prstGeom prst="rect">
                  <a:avLst/>
                </a:prstGeom>
                <a:noFill/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23E2A49D-854F-89C4-12A3-B217D8947416}"/>
                    </a:ext>
                  </a:extLst>
                </p:cNvPr>
                <p:cNvSpPr txBox="1"/>
                <p:nvPr/>
              </p:nvSpPr>
              <p:spPr>
                <a:xfrm>
                  <a:off x="6330000" y="4174510"/>
                  <a:ext cx="2471439" cy="49848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Understanding</a:t>
                  </a:r>
                  <a:r>
                    <a:rPr lang="en-US" altLang="zh-CN" sz="1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:</a:t>
                  </a:r>
                  <a:r>
                    <a:rPr lang="en-US" altLang="zh-CN" sz="1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  <a:r>
                    <a:rPr lang="en-US" altLang="zh-CN" sz="10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The object </a:t>
                  </a:r>
                  <a:r>
                    <a:rPr lang="en-US" altLang="zh-CN" sz="10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appears to be a yellow rubber duck… </a:t>
                  </a:r>
                </a:p>
                <a:p>
                  <a:r>
                    <a:rPr lang="en-US" altLang="zh-CN" sz="1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Object type: </a:t>
                  </a:r>
                  <a:r>
                    <a:rPr lang="en-US" altLang="zh-CN" sz="10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rubber toy.</a:t>
                  </a:r>
                </a:p>
                <a:p>
                  <a:r>
                    <a:rPr lang="en-US" altLang="zh-CN" sz="1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Mass hypotheses: …</a:t>
                  </a:r>
                  <a:endParaRPr lang="zh-CN" altLang="en-US" sz="1000" dirty="0"/>
                </a:p>
              </p:txBody>
            </p:sp>
          </p:grpSp>
          <p:pic>
            <p:nvPicPr>
              <p:cNvPr id="185" name="图片 184">
                <a:extLst>
                  <a:ext uri="{FF2B5EF4-FFF2-40B4-BE49-F238E27FC236}">
                    <a16:creationId xmlns:a16="http://schemas.microsoft.com/office/drawing/2014/main" id="{B72574F2-B805-F6F2-0E75-DACB1077A5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852893" y="253848"/>
                <a:ext cx="1535998" cy="864000"/>
              </a:xfrm>
              <a:prstGeom prst="rect">
                <a:avLst/>
              </a:prstGeom>
            </p:spPr>
          </p:pic>
          <p:pic>
            <p:nvPicPr>
              <p:cNvPr id="186" name="图片 185">
                <a:extLst>
                  <a:ext uri="{FF2B5EF4-FFF2-40B4-BE49-F238E27FC236}">
                    <a16:creationId xmlns:a16="http://schemas.microsoft.com/office/drawing/2014/main" id="{1E92FE21-06EA-0D5C-6896-DD21D94D0F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" r="-4061"/>
              <a:stretch/>
            </p:blipFill>
            <p:spPr>
              <a:xfrm>
                <a:off x="14504144" y="253848"/>
                <a:ext cx="1586938" cy="864000"/>
              </a:xfrm>
              <a:prstGeom prst="rect">
                <a:avLst/>
              </a:prstGeom>
            </p:spPr>
          </p:pic>
          <p:pic>
            <p:nvPicPr>
              <p:cNvPr id="187" name="图片 186">
                <a:extLst>
                  <a:ext uri="{FF2B5EF4-FFF2-40B4-BE49-F238E27FC236}">
                    <a16:creationId xmlns:a16="http://schemas.microsoft.com/office/drawing/2014/main" id="{A0B000AD-6088-0F25-E112-B218C688D5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98917" y="237701"/>
                <a:ext cx="1538724" cy="865533"/>
              </a:xfrm>
              <a:prstGeom prst="rect">
                <a:avLst/>
              </a:prstGeom>
            </p:spPr>
          </p:pic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49A1C3A8-A3BA-7FB1-61FC-B74B3249DEF0}"/>
                  </a:ext>
                </a:extLst>
              </p:cNvPr>
              <p:cNvSpPr/>
              <p:nvPr/>
            </p:nvSpPr>
            <p:spPr>
              <a:xfrm>
                <a:off x="12835653" y="3128110"/>
                <a:ext cx="266773" cy="272191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矩形 188">
                <a:extLst>
                  <a:ext uri="{FF2B5EF4-FFF2-40B4-BE49-F238E27FC236}">
                    <a16:creationId xmlns:a16="http://schemas.microsoft.com/office/drawing/2014/main" id="{CBE37179-D25C-A30E-EFCA-4BA798A1C332}"/>
                  </a:ext>
                </a:extLst>
              </p:cNvPr>
              <p:cNvSpPr/>
              <p:nvPr/>
            </p:nvSpPr>
            <p:spPr>
              <a:xfrm>
                <a:off x="13158122" y="3128110"/>
                <a:ext cx="266773" cy="272191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8B6AB0BF-3C1A-5773-BDF6-02505F8D6F4E}"/>
                  </a:ext>
                </a:extLst>
              </p:cNvPr>
              <p:cNvSpPr/>
              <p:nvPr/>
            </p:nvSpPr>
            <p:spPr>
              <a:xfrm>
                <a:off x="13474004" y="3128110"/>
                <a:ext cx="266773" cy="272191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C3FF29D7-F3D2-BB2D-7B96-5EF22EF93339}"/>
                  </a:ext>
                </a:extLst>
              </p:cNvPr>
              <p:cNvSpPr txBox="1"/>
              <p:nvPr/>
            </p:nvSpPr>
            <p:spPr>
              <a:xfrm>
                <a:off x="12866524" y="1120237"/>
                <a:ext cx="1740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Human hand grasp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FE58BDD9-EFA7-D79F-47E5-1BD993AACEA9}"/>
                  </a:ext>
                </a:extLst>
              </p:cNvPr>
              <p:cNvSpPr txBox="1"/>
              <p:nvPr/>
            </p:nvSpPr>
            <p:spPr>
              <a:xfrm>
                <a:off x="14507047" y="1117848"/>
                <a:ext cx="15205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c) Augmented grasp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16C604C9-E534-2135-C6C7-A297EBF2BD99}"/>
                  </a:ext>
                </a:extLst>
              </p:cNvPr>
              <p:cNvSpPr txBox="1"/>
              <p:nvPr/>
            </p:nvSpPr>
            <p:spPr>
              <a:xfrm>
                <a:off x="11246930" y="1113353"/>
                <a:ext cx="1740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Teleoperated grasp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" name="文本框 193">
                    <a:extLst>
                      <a:ext uri="{FF2B5EF4-FFF2-40B4-BE49-F238E27FC236}">
                        <a16:creationId xmlns:a16="http://schemas.microsoft.com/office/drawing/2014/main" id="{7125D150-D8D5-76C2-2446-D06F921B5E27}"/>
                      </a:ext>
                    </a:extLst>
                  </p:cNvPr>
                  <p:cNvSpPr txBox="1"/>
                  <p:nvPr/>
                </p:nvSpPr>
                <p:spPr>
                  <a:xfrm>
                    <a:off x="13277805" y="6377477"/>
                    <a:ext cx="916459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100" b="1" dirty="0">
                        <a:cs typeface="Times New Roman" panose="02020603050405020304" pitchFamily="18" charset="0"/>
                      </a:rPr>
                      <a:t>Visual Window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1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11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sub>
                        </m:sSub>
                      </m:oMath>
                    </a14:m>
                    <a:endParaRPr lang="zh-CN" altLang="en-US" sz="1100" b="1" i="1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4" name="文本框 193">
                    <a:extLst>
                      <a:ext uri="{FF2B5EF4-FFF2-40B4-BE49-F238E27FC236}">
                        <a16:creationId xmlns:a16="http://schemas.microsoft.com/office/drawing/2014/main" id="{7125D150-D8D5-76C2-2446-D06F921B5E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277805" y="6377477"/>
                    <a:ext cx="916459" cy="430887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 t="-1429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5" name="直接箭头连接符 194">
                <a:extLst>
                  <a:ext uri="{FF2B5EF4-FFF2-40B4-BE49-F238E27FC236}">
                    <a16:creationId xmlns:a16="http://schemas.microsoft.com/office/drawing/2014/main" id="{0E9A7F18-85B3-C51A-0634-9E8D60647F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52382" y="3695871"/>
                <a:ext cx="0" cy="1423216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40EA4D3A-F69D-DFDD-E9DA-6A537D0FDC7F}"/>
                  </a:ext>
                </a:extLst>
              </p:cNvPr>
              <p:cNvSpPr txBox="1"/>
              <p:nvPr/>
            </p:nvSpPr>
            <p:spPr>
              <a:xfrm>
                <a:off x="12339606" y="6076706"/>
                <a:ext cx="10004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VLM call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97" name="图片 196">
                <a:extLst>
                  <a:ext uri="{FF2B5EF4-FFF2-40B4-BE49-F238E27FC236}">
                    <a16:creationId xmlns:a16="http://schemas.microsoft.com/office/drawing/2014/main" id="{7A2A2A1C-6041-8AEB-4777-05F060E098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53086" y="5609801"/>
                <a:ext cx="1279999" cy="720000"/>
              </a:xfrm>
              <a:prstGeom prst="rect">
                <a:avLst/>
              </a:prstGeom>
            </p:spPr>
          </p:pic>
          <p:cxnSp>
            <p:nvCxnSpPr>
              <p:cNvPr id="198" name="直接箭头连接符 197">
                <a:extLst>
                  <a:ext uri="{FF2B5EF4-FFF2-40B4-BE49-F238E27FC236}">
                    <a16:creationId xmlns:a16="http://schemas.microsoft.com/office/drawing/2014/main" id="{C0F1BE6E-968F-1E7C-E19A-6DF7562ADD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303432" y="4373775"/>
                <a:ext cx="311150" cy="0"/>
              </a:xfrm>
              <a:prstGeom prst="straightConnector1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箭头连接符 198">
                <a:extLst>
                  <a:ext uri="{FF2B5EF4-FFF2-40B4-BE49-F238E27FC236}">
                    <a16:creationId xmlns:a16="http://schemas.microsoft.com/office/drawing/2014/main" id="{D87E0213-EB39-26BD-601F-C6A9A1CC76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26699" y="3731089"/>
                <a:ext cx="0" cy="1785251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箭头连接符 199">
                <a:extLst>
                  <a:ext uri="{FF2B5EF4-FFF2-40B4-BE49-F238E27FC236}">
                    <a16:creationId xmlns:a16="http://schemas.microsoft.com/office/drawing/2014/main" id="{ED70C073-0428-8C21-D1F1-60D8BCBFCABF}"/>
                  </a:ext>
                </a:extLst>
              </p:cNvPr>
              <p:cNvCxnSpPr>
                <a:cxnSpLocks/>
                <a:endCxn id="182" idx="1"/>
              </p:cNvCxnSpPr>
              <p:nvPr/>
            </p:nvCxnSpPr>
            <p:spPr>
              <a:xfrm>
                <a:off x="11273246" y="4357184"/>
                <a:ext cx="314779" cy="0"/>
              </a:xfrm>
              <a:prstGeom prst="straightConnector1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箭头连接符 200">
                <a:extLst>
                  <a:ext uri="{FF2B5EF4-FFF2-40B4-BE49-F238E27FC236}">
                    <a16:creationId xmlns:a16="http://schemas.microsoft.com/office/drawing/2014/main" id="{EED526A4-500C-632F-E585-2D1D0C2CE3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289700" y="4487703"/>
                <a:ext cx="0" cy="229217"/>
              </a:xfrm>
              <a:prstGeom prst="straightConnector1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连接符: 肘形 201">
                <a:extLst>
                  <a:ext uri="{FF2B5EF4-FFF2-40B4-BE49-F238E27FC236}">
                    <a16:creationId xmlns:a16="http://schemas.microsoft.com/office/drawing/2014/main" id="{86A29855-E598-9D76-1F86-743C4347BC98}"/>
                  </a:ext>
                </a:extLst>
              </p:cNvPr>
              <p:cNvCxnSpPr>
                <a:cxnSpLocks/>
                <a:endCxn id="207" idx="2"/>
              </p:cNvCxnSpPr>
              <p:nvPr/>
            </p:nvCxnSpPr>
            <p:spPr>
              <a:xfrm rot="10800000">
                <a:off x="12299575" y="5773582"/>
                <a:ext cx="835854" cy="289736"/>
              </a:xfrm>
              <a:prstGeom prst="bentConnector2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3" name="矩形 202">
                <a:extLst>
                  <a:ext uri="{FF2B5EF4-FFF2-40B4-BE49-F238E27FC236}">
                    <a16:creationId xmlns:a16="http://schemas.microsoft.com/office/drawing/2014/main" id="{6CEB647C-AA58-5DFB-EEDE-165051022871}"/>
                  </a:ext>
                </a:extLst>
              </p:cNvPr>
              <p:cNvSpPr/>
              <p:nvPr/>
            </p:nvSpPr>
            <p:spPr>
              <a:xfrm>
                <a:off x="14564621" y="4342768"/>
                <a:ext cx="266773" cy="272191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4" name="连接符: 曲线 203">
                <a:extLst>
                  <a:ext uri="{FF2B5EF4-FFF2-40B4-BE49-F238E27FC236}">
                    <a16:creationId xmlns:a16="http://schemas.microsoft.com/office/drawing/2014/main" id="{8FF116B4-ED06-9793-259C-7663F30D9A48}"/>
                  </a:ext>
                </a:extLst>
              </p:cNvPr>
              <p:cNvCxnSpPr>
                <a:cxnSpLocks/>
                <a:stCxn id="203" idx="0"/>
              </p:cNvCxnSpPr>
              <p:nvPr/>
            </p:nvCxnSpPr>
            <p:spPr>
              <a:xfrm rot="16200000" flipV="1">
                <a:off x="14109986" y="3754745"/>
                <a:ext cx="854441" cy="321605"/>
              </a:xfrm>
              <a:prstGeom prst="curvedConnector3">
                <a:avLst/>
              </a:prstGeom>
              <a:ln>
                <a:solidFill>
                  <a:schemeClr val="tx2">
                    <a:lumMod val="25000"/>
                    <a:lumOff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52CA15B7-0D01-3E60-B128-E97640FF9481}"/>
                  </a:ext>
                </a:extLst>
              </p:cNvPr>
              <p:cNvSpPr txBox="1"/>
              <p:nvPr/>
            </p:nvSpPr>
            <p:spPr>
              <a:xfrm>
                <a:off x="11132631" y="0"/>
                <a:ext cx="513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</a:t>
                </a:r>
                <a:endParaRPr lang="zh-CN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FB43F98B-3C72-C536-689C-2C3F1BE48F4A}"/>
                  </a:ext>
                </a:extLst>
              </p:cNvPr>
              <p:cNvSpPr txBox="1"/>
              <p:nvPr/>
            </p:nvSpPr>
            <p:spPr>
              <a:xfrm>
                <a:off x="11183431" y="1576000"/>
                <a:ext cx="5134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</a:t>
                </a:r>
                <a:endParaRPr lang="zh-CN" altLang="en-US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266" name="图片 265">
            <a:extLst>
              <a:ext uri="{FF2B5EF4-FFF2-40B4-BE49-F238E27FC236}">
                <a16:creationId xmlns:a16="http://schemas.microsoft.com/office/drawing/2014/main" id="{10D6A7B5-56A0-93FE-6F98-96455D00541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34772" y="5182119"/>
            <a:ext cx="402167" cy="1809753"/>
          </a:xfrm>
          <a:prstGeom prst="rect">
            <a:avLst/>
          </a:prstGeom>
        </p:spPr>
      </p:pic>
      <p:pic>
        <p:nvPicPr>
          <p:cNvPr id="267" name="内容占位符 52">
            <a:extLst>
              <a:ext uri="{FF2B5EF4-FFF2-40B4-BE49-F238E27FC236}">
                <a16:creationId xmlns:a16="http://schemas.microsoft.com/office/drawing/2014/main" id="{5CF50B65-2314-A4C6-6BF3-65BCBD8006AC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66874" y="5320046"/>
            <a:ext cx="402168" cy="1809755"/>
          </a:xfrm>
          <a:prstGeom prst="rect">
            <a:avLst/>
          </a:prstGeom>
        </p:spPr>
      </p:pic>
      <p:pic>
        <p:nvPicPr>
          <p:cNvPr id="268" name="图片 267">
            <a:extLst>
              <a:ext uri="{FF2B5EF4-FFF2-40B4-BE49-F238E27FC236}">
                <a16:creationId xmlns:a16="http://schemas.microsoft.com/office/drawing/2014/main" id="{4E7B2621-3954-FE70-01DF-03191790DE0F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86554" y="5025031"/>
            <a:ext cx="402166" cy="1809746"/>
          </a:xfrm>
          <a:prstGeom prst="rect">
            <a:avLst/>
          </a:prstGeom>
        </p:spPr>
      </p:pic>
      <p:sp>
        <p:nvSpPr>
          <p:cNvPr id="272" name="文本框 271">
            <a:extLst>
              <a:ext uri="{FF2B5EF4-FFF2-40B4-BE49-F238E27FC236}">
                <a16:creationId xmlns:a16="http://schemas.microsoft.com/office/drawing/2014/main" id="{618B804F-3E2E-63FB-A488-99927E9FDB15}"/>
              </a:ext>
            </a:extLst>
          </p:cNvPr>
          <p:cNvSpPr txBox="1"/>
          <p:nvPr/>
        </p:nvSpPr>
        <p:spPr>
          <a:xfrm>
            <a:off x="10935535" y="3842060"/>
            <a:ext cx="791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0/1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3E4AFFC-23A2-7DC7-AD2C-85AD5DE0911A}"/>
                  </a:ext>
                </a:extLst>
              </p:cNvPr>
              <p:cNvSpPr txBox="1"/>
              <p:nvPr/>
            </p:nvSpPr>
            <p:spPr>
              <a:xfrm>
                <a:off x="9328585" y="770722"/>
                <a:ext cx="74502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𝐎</m:t>
                      </m:r>
                      <m:r>
                        <a:rPr lang="en-US" altLang="zh-CN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𝐟𝐟𝐥𝐢𝐧𝐞</m:t>
                      </m:r>
                    </m:oMath>
                  </m:oMathPara>
                </a14:m>
                <a:endParaRPr lang="zh-CN" alt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3E4AFFC-23A2-7DC7-AD2C-85AD5DE09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8585" y="770722"/>
                <a:ext cx="745024" cy="27699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380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6050</TotalTime>
  <Words>270</Words>
  <Application>Microsoft Office PowerPoint</Application>
  <PresentationFormat>自定义</PresentationFormat>
  <Paragraphs>78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Cambria Math</vt:lpstr>
      <vt:lpstr>Times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Yiwen Liu</dc:creator>
  <cp:lastModifiedBy>Yiwen Liu</cp:lastModifiedBy>
  <cp:revision>15</cp:revision>
  <dcterms:created xsi:type="dcterms:W3CDTF">2026-06-16T06:40:17Z</dcterms:created>
  <dcterms:modified xsi:type="dcterms:W3CDTF">2026-09-15T12:26:22Z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WM61547e609c9a11f1800077a7000077a7">
    <vt:lpwstr>CWMx63xiYlXJXmIiBrRZWwJI6j0n8pu1iD78PtkIZFIVzAY6ZOg3JHh8rl2GyVtWWQjfPuiJa5CbgIwNQWom03Ikg==</vt:lpwstr>
  </property>
</Properties>
</file>